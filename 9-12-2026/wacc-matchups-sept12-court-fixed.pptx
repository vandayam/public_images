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4_black.png"/><Relationship Id="rId4" Type="http://schemas.openxmlformats.org/officeDocument/2006/relationships/image" Target="../media/team2_yellow.png"/><Relationship Id="rId5" Type="http://schemas.openxmlformats.org/officeDocument/2006/relationships/image" Target="../media/team5_red.png"/><Relationship Id="rId6" Type="http://schemas.openxmlformats.org/officeDocument/2006/relationships/image" Target="../media/team3_blue.png"/><Relationship Id="rId7" Type="http://schemas.openxmlformats.org/officeDocument/2006/relationships/image" Target="../media/team6_orange.png"/><Relationship Id="rId8" Type="http://schemas.openxmlformats.org/officeDocument/2006/relationships/image" Target="../media/team7_green.png"/><Relationship Id="rId9" Type="http://schemas.openxmlformats.org/officeDocument/2006/relationships/image" Target="../media/team8_purple.png"/><Relationship Id="rId1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4_black.png"/><Relationship Id="rId4" Type="http://schemas.openxmlformats.org/officeDocument/2006/relationships/image" Target="../media/team1_pin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7_green.png"/><Relationship Id="rId4" Type="http://schemas.openxmlformats.org/officeDocument/2006/relationships/image" Target="../media/team5_red.png"/><Relationship Id="rId5" Type="http://schemas.openxmlformats.org/officeDocument/2006/relationships/image" Target="../media/team6_orange.png"/><Relationship Id="rId6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2_yellow.png"/><Relationship Id="rId4" Type="http://schemas.openxmlformats.org/officeDocument/2006/relationships/image" Target="../media/team3_blue.png"/><Relationship Id="rId5" Type="http://schemas.openxmlformats.org/officeDocument/2006/relationships/image" Target="../media/team4_black.png"/><Relationship Id="rId6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2_yellow.png"/><Relationship Id="rId4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6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7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8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9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179" t="8908" r="15179" b="9770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667" t="10057" r="15179" b="919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6071" t="10057" r="14881" b="8908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NoGameTitle"/>
          <p:cNvSpPr/>
          <p:nvPr/>
        </p:nvSpPr>
        <p:spPr>
          <a:xfrm>
            <a:off x="15767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15767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15767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Cherry Blasts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4:30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5:30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6:30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