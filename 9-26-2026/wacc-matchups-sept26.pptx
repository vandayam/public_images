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2_yellow.png"/><Relationship Id="rId3" Type="http://schemas.openxmlformats.org/officeDocument/2006/relationships/image" Target="../media/team1_pink.png"/><Relationship Id="rId4" Type="http://schemas.openxmlformats.org/officeDocument/2006/relationships/image" Target="../media/team5_red.png"/><Relationship Id="rId5" Type="http://schemas.openxmlformats.org/officeDocument/2006/relationships/image" Target="../media/team3_blue.png"/><Relationship Id="rId6" Type="http://schemas.openxmlformats.org/officeDocument/2006/relationships/image" Target="../media/team6_orange.png"/><Relationship Id="rId7" Type="http://schemas.openxmlformats.org/officeDocument/2006/relationships/image" Target="../media/team4_black.png"/><Relationship Id="rId8" Type="http://schemas.openxmlformats.org/officeDocument/2006/relationships/image" Target="../media/team8_purple.png"/><Relationship Id="rId9" Type="http://schemas.openxmlformats.org/officeDocument/2006/relationships/image" Target="../media/team7_green.png"/><Relationship Id="rId1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6_orange.png"/><Relationship Id="rId3" Type="http://schemas.openxmlformats.org/officeDocument/2006/relationships/image" Target="../media/team2_yellow.png"/><Relationship Id="rId4" Type="http://schemas.openxmlformats.org/officeDocument/2006/relationships/image" Target="../media/team4_black.png"/><Relationship Id="rId5" Type="http://schemas.openxmlformats.org/officeDocument/2006/relationships/image" Target="../media/team1_pink.png"/><Relationship Id="rId6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2_yellow.png"/><Relationship Id="rId4" Type="http://schemas.openxmlformats.org/officeDocument/2006/relationships/image" Target="../media/team7_green.png"/><Relationship Id="rId5" Type="http://schemas.openxmlformats.org/officeDocument/2006/relationships/image" Target="../media/team5_red.png"/><Relationship Id="rId6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1_pink.png"/><Relationship Id="rId4" Type="http://schemas.openxmlformats.org/officeDocument/2006/relationships/image" Target="../media/team4_black.png"/><Relationship Id="rId5" Type="http://schemas.openxmlformats.org/officeDocument/2006/relationships/image" Target="../media/team2_yellow.png"/><Relationship Id="rId6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2_yellow.png"/><Relationship Id="rId3" Type="http://schemas.openxmlformats.org/officeDocument/2006/relationships/image" Target="../media/team1_pink.png"/><Relationship Id="rId4" Type="http://schemas.openxmlformats.org/officeDocument/2006/relationships/image" Target="../media/image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3D59DE-BB89-6C07-F205-E2A9A9CA6357}"/>
              </a:ext>
            </a:extLst>
          </p:cNvPr>
          <p:cNvGrpSpPr/>
          <p:nvPr/>
        </p:nvGrpSpPr>
        <p:grpSpPr>
          <a:xfrm>
            <a:off x="457200" y="560000"/>
            <a:ext cx="8229600" cy="4345584"/>
            <a:chOff x="457200" y="172886"/>
            <a:chExt cx="8229600" cy="434558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4666" y="172886"/>
              <a:ext cx="3174668" cy="3174668"/>
            </a:xfrm>
            <a:prstGeom prst="rect">
              <a:avLst/>
            </a:prstGeom>
          </p:spPr>
        </p:pic>
      </p:grpSp>
      <p:sp>
        <p:nvSpPr>
          <p:cNvPr id="20" name="Blue Sweep"/>
          <p:cNvSpPr/>
          <p:nvPr/>
        </p:nvSpPr>
        <p:spPr>
          <a:xfrm>
            <a:off x="0" y="4243500"/>
            <a:ext cx="9144000" cy="900000"/>
          </a:xfrm>
          <a:custGeom>
            <a:avLst/>
            <a:gdLst/>
            <a:ahLst/>
            <a:cxnLst/>
            <a:rect l="0" t="0" r="0" b="0"/>
            <a:pathLst>
              <a:path w="9144000" h="900000">
                <a:moveTo>
                  <a:pt x="0" y="414000"/>
                </a:moveTo>
                <a:lnTo>
                  <a:pt x="9144000" y="0"/>
                </a:lnTo>
                <a:lnTo>
                  <a:pt x="9144000" y="900000"/>
                </a:lnTo>
                <a:lnTo>
                  <a:pt x="0" y="900000"/>
                </a:lnTo>
                <a:close/>
              </a:path>
            </a:pathLst>
          </a:custGeom>
          <a:gradFill flip="none" rotWithShape="1">
            <a:gsLst>
              <a:gs pos="0">
                <a:srgbClr val="1257C9"/>
              </a:gs>
              <a:gs pos="55000">
                <a:srgbClr val="2E83F6"/>
              </a:gs>
              <a:gs pos="100000">
                <a:srgbClr val="1257C9"/>
              </a:gs>
            </a:gsLst>
            <a:lin ang="12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8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CLINIC K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HalfCourtHorizLeft"/>
          <p:cNvSpPr/>
          <p:nvPr/>
        </p:nvSpPr>
        <p:spPr>
          <a:xfrm>
            <a:off x="457200" y="2788920"/>
            <a:ext cx="3589440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HalfCourtHorizRight"/>
          <p:cNvSpPr/>
          <p:nvPr/>
        </p:nvSpPr>
        <p:spPr>
          <a:xfrm>
            <a:off x="5078368" y="2788920"/>
            <a:ext cx="3608432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5609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5609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620900" y="1297760"/>
            <a:ext cx="828700" cy="1044990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579600" y="1297760"/>
            <a:ext cx="828700" cy="1044990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496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6209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5796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Pink Tigers</a:t>
            </a:r>
            <a:endParaRPr lang="en-US" sz="1100" dirty="0"/>
          </a:p>
        </p:txBody>
      </p:sp>
      <p:sp>
        <p:nvSpPr>
          <p:cNvPr id="110" name="CardBG"/>
          <p:cNvSpPr/>
          <p:nvPr/>
        </p:nvSpPr>
        <p:spPr>
          <a:xfrm>
            <a:off x="15609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5609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1620900" y="3172280"/>
            <a:ext cx="828700" cy="1044990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2579600" y="3172280"/>
            <a:ext cx="828700" cy="1044990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24496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16209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100" dirty="0"/>
          </a:p>
        </p:txBody>
      </p:sp>
      <p:sp>
        <p:nvSpPr>
          <p:cNvPr id="118" name="TeamName"/>
          <p:cNvSpPr/>
          <p:nvPr/>
        </p:nvSpPr>
        <p:spPr>
          <a:xfrm>
            <a:off x="25796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100" dirty="0"/>
          </a:p>
        </p:txBody>
      </p:sp>
      <p:sp>
        <p:nvSpPr>
          <p:cNvPr id="119" name="CardBG"/>
          <p:cNvSpPr/>
          <p:nvPr/>
        </p:nvSpPr>
        <p:spPr>
          <a:xfrm>
            <a:off x="56757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0" name="CardStripe"/>
          <p:cNvSpPr/>
          <p:nvPr/>
        </p:nvSpPr>
        <p:spPr>
          <a:xfrm>
            <a:off x="56757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3</a:t>
            </a:r>
            <a:endParaRPr lang="en-US" sz="1000" dirty="0"/>
          </a:p>
        </p:txBody>
      </p:sp>
      <p:sp>
        <p:nvSpPr>
          <p:cNvPr id="122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23" name="Jersey"/>
          <p:cNvPicPr>
            <a:picLocks noChangeAspect="1"/>
          </p:cNvPicPr>
          <p:nvPr/>
        </p:nvPicPr>
        <p:blipFill>
          <a:blip r:embed="rId6"/>
          <a:srcRect l="16667" t="10057" r="15179" b="9195"/>
          <a:stretch>
            <a:fillRect/>
          </a:stretch>
        </p:blipFill>
        <p:spPr>
          <a:xfrm>
            <a:off x="5735700" y="1297760"/>
            <a:ext cx="828700" cy="1044990"/>
          </a:xfrm>
          <a:prstGeom prst="rect">
            <a:avLst/>
          </a:prstGeom>
        </p:spPr>
      </p:pic>
      <p:pic>
        <p:nvPicPr>
          <p:cNvPr id="124" name="Jersey"/>
          <p:cNvPicPr>
            <a:picLocks noChangeAspect="1"/>
          </p:cNvPicPr>
          <p:nvPr/>
        </p:nvPicPr>
        <p:blipFill>
          <a:blip r:embed="rId7"/>
          <a:srcRect l="16071" t="8621" r="15774" b="10057"/>
          <a:stretch>
            <a:fillRect/>
          </a:stretch>
        </p:blipFill>
        <p:spPr>
          <a:xfrm>
            <a:off x="6694400" y="1297760"/>
            <a:ext cx="828700" cy="1044990"/>
          </a:xfrm>
          <a:prstGeom prst="rect">
            <a:avLst/>
          </a:prstGeom>
        </p:spPr>
      </p:pic>
      <p:sp>
        <p:nvSpPr>
          <p:cNvPr id="125" name="AtLabel"/>
          <p:cNvSpPr/>
          <p:nvPr/>
        </p:nvSpPr>
        <p:spPr>
          <a:xfrm>
            <a:off x="65644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26" name="TeamName"/>
          <p:cNvSpPr/>
          <p:nvPr/>
        </p:nvSpPr>
        <p:spPr>
          <a:xfrm>
            <a:off x="57357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Tigers</a:t>
            </a:r>
            <a:endParaRPr lang="en-US" sz="1100" dirty="0"/>
          </a:p>
        </p:txBody>
      </p:sp>
      <p:sp>
        <p:nvSpPr>
          <p:cNvPr id="127" name="TeamName"/>
          <p:cNvSpPr/>
          <p:nvPr/>
        </p:nvSpPr>
        <p:spPr>
          <a:xfrm>
            <a:off x="66944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Black Panthers</a:t>
            </a:r>
            <a:endParaRPr lang="en-US" sz="1100" dirty="0"/>
          </a:p>
        </p:txBody>
      </p:sp>
      <p:sp>
        <p:nvSpPr>
          <p:cNvPr id="128" name="CardBG"/>
          <p:cNvSpPr/>
          <p:nvPr/>
        </p:nvSpPr>
        <p:spPr>
          <a:xfrm>
            <a:off x="56757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9" name="CardStripe"/>
          <p:cNvSpPr/>
          <p:nvPr/>
        </p:nvSpPr>
        <p:spPr>
          <a:xfrm>
            <a:off x="56757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4</a:t>
            </a:r>
            <a:endParaRPr lang="en-US" sz="1000" dirty="0"/>
          </a:p>
        </p:txBody>
      </p:sp>
      <p:sp>
        <p:nvSpPr>
          <p:cNvPr id="131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32" name="Jersey"/>
          <p:cNvPicPr>
            <a:picLocks noChangeAspect="1"/>
          </p:cNvPicPr>
          <p:nvPr/>
        </p:nvPicPr>
        <p:blipFill>
          <a:blip r:embed="rId8"/>
          <a:srcRect l="16369" t="10057" r="14881" b="9195"/>
          <a:stretch>
            <a:fillRect/>
          </a:stretch>
        </p:blipFill>
        <p:spPr>
          <a:xfrm>
            <a:off x="5735700" y="3172280"/>
            <a:ext cx="828700" cy="1044990"/>
          </a:xfrm>
          <a:prstGeom prst="rect">
            <a:avLst/>
          </a:prstGeom>
        </p:spPr>
      </p:pic>
      <p:pic>
        <p:nvPicPr>
          <p:cNvPr id="133" name="Jersey"/>
          <p:cNvPicPr>
            <a:picLocks noChangeAspect="1"/>
          </p:cNvPicPr>
          <p:nvPr/>
        </p:nvPicPr>
        <p:blipFill>
          <a:blip r:embed="rId9"/>
          <a:srcRect l="16071" t="10057" r="15179" b="8908"/>
          <a:stretch>
            <a:fillRect/>
          </a:stretch>
        </p:blipFill>
        <p:spPr>
          <a:xfrm>
            <a:off x="6694400" y="3172280"/>
            <a:ext cx="828700" cy="1044990"/>
          </a:xfrm>
          <a:prstGeom prst="rect">
            <a:avLst/>
          </a:prstGeom>
        </p:spPr>
      </p:pic>
      <p:sp>
        <p:nvSpPr>
          <p:cNvPr id="134" name="AtLabel"/>
          <p:cNvSpPr/>
          <p:nvPr/>
        </p:nvSpPr>
        <p:spPr>
          <a:xfrm>
            <a:off x="65644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35" name="TeamName"/>
          <p:cNvSpPr/>
          <p:nvPr/>
        </p:nvSpPr>
        <p:spPr>
          <a:xfrm>
            <a:off x="57357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Purple Hippos</a:t>
            </a:r>
            <a:endParaRPr lang="en-US" sz="1100" dirty="0"/>
          </a:p>
        </p:txBody>
      </p:sp>
      <p:sp>
        <p:nvSpPr>
          <p:cNvPr id="136" name="TeamName"/>
          <p:cNvSpPr/>
          <p:nvPr/>
        </p:nvSpPr>
        <p:spPr>
          <a:xfrm>
            <a:off x="66944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9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476" t="8908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Orange Tigers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Pikachu Power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6071" t="10057" r="15179" b="8908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Golden Knights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Lightning Hawks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10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179" t="8908" r="15179" b="9770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Pikachu Power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6667" t="10057" r="15179" b="9195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6071" t="10057" r="14881" b="8908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11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Doughnuts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Minions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12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Team Cat Girls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Panthers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NoGameTitle"/>
          <p:cNvSpPr/>
          <p:nvPr/>
        </p:nvSpPr>
        <p:spPr>
          <a:xfrm>
            <a:off x="15767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15767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15767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MG</a:t>
            </a:r>
            <a:endParaRPr lang="en-US" sz="1000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 &amp;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Cobras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Cherry Blossoms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Cougars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Thunderbolts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2:30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Warriors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Cherry Blasts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3:30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Takis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Flamingo Paradise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4:30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Stingrays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Night Hawks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5:30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4" name="NoGameTitle"/>
          <p:cNvSpPr/>
          <p:nvPr/>
        </p:nvSpPr>
        <p:spPr>
          <a:xfrm>
            <a:off x="56915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56915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56915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6:30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ELITE 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Jaguars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Blue Bananas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26,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On-screen Show (16:9)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WACC Championship Display — May 23, 2026</dc:title>
  <dc:subject>PptxGenJS Presentation</dc:subject>
  <dc:creator>PptxGenJS</dc:creator>
  <cp:lastModifiedBy>Vannara Ung</cp:lastModifiedBy>
  <cp:revision>16</cp:revision>
  <dcterms:created xsi:type="dcterms:W3CDTF">2026-05-23T05:39:52Z</dcterms:created>
  <dcterms:modified xsi:type="dcterms:W3CDTF">2026-08-15T08:09:30Z</dcterms:modified>
</cp:coreProperties>
</file>