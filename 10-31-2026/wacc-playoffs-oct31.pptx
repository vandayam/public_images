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-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900-am-play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1000-am-quarterfina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1100-am-quarterfinal-semif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1200-pm-semifina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100-pm-elite-senior-girls-semifina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