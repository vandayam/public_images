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210" d="100"/>
          <a:sy n="210" d="100"/>
        </p:scale>
        <p:origin x="2922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894186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team3_blue.png"/><Relationship Id="rId3" Type="http://schemas.openxmlformats.org/officeDocument/2006/relationships/image" Target="../media/team1_pink.png"/><Relationship Id="rId4" Type="http://schemas.openxmlformats.org/officeDocument/2006/relationships/image" Target="../media/team6_orange.png"/><Relationship Id="rId5" Type="http://schemas.openxmlformats.org/officeDocument/2006/relationships/image" Target="../media/team2_yellow.png"/><Relationship Id="rId6" Type="http://schemas.openxmlformats.org/officeDocument/2006/relationships/image" Target="../media/team8_purple.png"/><Relationship Id="rId7" Type="http://schemas.openxmlformats.org/officeDocument/2006/relationships/image" Target="../media/team4_black.png"/><Relationship Id="rId8" Type="http://schemas.openxmlformats.org/officeDocument/2006/relationships/image" Target="../media/team7_green.png"/><Relationship Id="rId9" Type="http://schemas.openxmlformats.org/officeDocument/2006/relationships/image" Target="../media/team5_red.png"/><Relationship Id="rId10" Type="http://schemas.openxmlformats.org/officeDocument/2006/relationships/image" Target="../media/image1.png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team7_green.png"/><Relationship Id="rId3" Type="http://schemas.openxmlformats.org/officeDocument/2006/relationships/image" Target="../media/team1_pink.png"/><Relationship Id="rId4" Type="http://schemas.openxmlformats.org/officeDocument/2006/relationships/image" Target="../media/team5_red.png"/><Relationship Id="rId5" Type="http://schemas.openxmlformats.org/officeDocument/2006/relationships/image" Target="../media/team4_black.png"/><Relationship Id="rId6" Type="http://schemas.openxmlformats.org/officeDocument/2006/relationships/image" Target="../media/image1.png"/></Relationships>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team4_black.png"/><Relationship Id="rId3" Type="http://schemas.openxmlformats.org/officeDocument/2006/relationships/image" Target="../media/team1_pink.png"/><Relationship Id="rId4" Type="http://schemas.openxmlformats.org/officeDocument/2006/relationships/image" Target="../media/team3_blue.png"/><Relationship Id="rId5" Type="http://schemas.openxmlformats.org/officeDocument/2006/relationships/image" Target="../media/team2_yellow.png"/><Relationship Id="rId6" Type="http://schemas.openxmlformats.org/officeDocument/2006/relationships/image" Target="../media/image1.png"/></Relationships>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team2_yellow.png"/><Relationship Id="rId3" Type="http://schemas.openxmlformats.org/officeDocument/2006/relationships/image" Target="../media/team1_pink.png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>
            <a:extLst>
              <a:ext uri="{FF2B5EF4-FFF2-40B4-BE49-F238E27FC236}">
                <a16:creationId xmlns:a16="http://schemas.microsoft.com/office/drawing/2014/main" id="{2C3D59DE-BB89-6C07-F205-E2A9A9CA6357}"/>
              </a:ext>
            </a:extLst>
          </p:cNvPr>
          <p:cNvGrpSpPr/>
          <p:nvPr/>
        </p:nvGrpSpPr>
        <p:grpSpPr>
          <a:xfrm>
            <a:off x="457200" y="560000"/>
            <a:ext cx="8229600" cy="4345584"/>
            <a:chOff x="457200" y="172886"/>
            <a:chExt cx="8229600" cy="4345584"/>
          </a:xfrm>
        </p:grpSpPr>
        <p:pic>
          <p:nvPicPr>
            <p:cNvPr id="2" name="Image 0" descr="preencoded.pn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984666" y="172886"/>
              <a:ext cx="3174668" cy="3174668"/>
            </a:xfrm>
            <a:prstGeom prst="rect">
              <a:avLst/>
            </a:prstGeom>
          </p:spPr>
        </p:pic>
      </p:grpSp>
      <p:sp>
        <p:nvSpPr>
          <p:cNvPr id="20" name="Blue Sweep"/>
          <p:cNvSpPr/>
          <p:nvPr/>
        </p:nvSpPr>
        <p:spPr>
          <a:xfrm>
            <a:off x="0" y="4243500"/>
            <a:ext cx="9144000" cy="900000"/>
          </a:xfrm>
          <a:custGeom>
            <a:avLst/>
            <a:gdLst/>
            <a:ahLst/>
            <a:cxnLst/>
            <a:rect l="0" t="0" r="0" b="0"/>
            <a:pathLst>
              <a:path w="9144000" h="900000">
                <a:moveTo>
                  <a:pt x="0" y="414000"/>
                </a:moveTo>
                <a:lnTo>
                  <a:pt x="9144000" y="0"/>
                </a:lnTo>
                <a:lnTo>
                  <a:pt x="9144000" y="900000"/>
                </a:lnTo>
                <a:lnTo>
                  <a:pt x="0" y="900000"/>
                </a:lnTo>
                <a:close/>
              </a:path>
            </a:pathLst>
          </a:custGeom>
          <a:gradFill flip="none" rotWithShape="1">
            <a:gsLst>
              <a:gs pos="0">
                <a:srgbClr val="1257C9"/>
              </a:gs>
              <a:gs pos="55000">
                <a:srgbClr val="2E83F6"/>
              </a:gs>
              <a:gs pos="100000">
                <a:srgbClr val="1257C9"/>
              </a:gs>
            </a:gsLst>
            <a:lin ang="1200000" scaled="1"/>
          </a:gradFill>
          <a:ln>
            <a:noFill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me"/>
          <p:cNvSpPr/>
          <p:nvPr/>
        </p:nvSpPr>
        <p:spPr>
          <a:xfrm>
            <a:off x="365760" y="13716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kern="0" spc="100" dirty="0">
                <a:solidFill>
                  <a:srgbClr val="0F1B2E"/>
                </a:solidFill>
                <a:latin typeface="Arial Black" pitchFamily="34" charset="0"/>
              </a:rPr>
              <a:t>8 AM</a:t>
            </a:r>
            <a:endParaRPr lang="en-US" sz="3000" dirty="0"/>
          </a:p>
        </p:txBody>
      </p:sp>
      <p:grpSp>
        <p:nvGrpSpPr>
          <p:cNvPr id="60" name="PillGroup"/>
          <p:cNvGrpSpPr/>
          <p:nvPr/>
        </p:nvGrpSpPr>
        <p:grpSpPr>
          <a:xfrm>
            <a:off x="2838288" y="192416"/>
            <a:ext cx="3467425" cy="429768"/>
            <a:chOff x="2838288" y="114301"/>
            <a:chExt cx="3467425" cy="429768"/>
          </a:xfrm>
        </p:grpSpPr>
        <p:sp>
          <p:nvSpPr>
            <p:cNvPr id="3" name="Pill"/>
            <p:cNvSpPr/>
            <p:nvPr/>
          </p:nvSpPr>
          <p:spPr>
            <a:xfrm>
              <a:off x="2838288" y="114301"/>
              <a:ext cx="3467425" cy="429768"/>
            </a:xfrm>
            <a:prstGeom prst="roundRect">
              <a:avLst>
                <a:gd name="adj" fmla="val 50000"/>
              </a:avLst>
            </a:prstGeom>
            <a:solidFill>
              <a:srgbClr val="1D4ED8"/>
            </a:solidFill>
            <a:ln w="12700">
              <a:solidFill>
                <a:srgbClr val="1D4ED8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PillText"/>
            <p:cNvSpPr/>
            <p:nvPr/>
          </p:nvSpPr>
          <p:spPr>
            <a:xfrm>
              <a:off x="3050073" y="164616"/>
              <a:ext cx="3150000" cy="310896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/>
              <a:r>
                <a:rPr lang="en-US" sz="1100" b="1" kern="0" spc="600" dirty="0">
                  <a:solidFill>
                    <a:srgbClr val="FFFFFF"/>
                  </a:solidFill>
                  <a:latin typeface="Arial Black" pitchFamily="34" charset="0"/>
                </a:rPr>
                <a:t>CLINIC K</a:t>
              </a:r>
              <a:endParaRPr lang="en-US" sz="1100" dirty="0"/>
            </a:p>
          </p:txBody>
        </p:sp>
      </p:grpSp>
      <p:sp>
        <p:nvSpPr>
          <p:cNvPr id="6" name="HRTop"/>
          <p:cNvSpPr/>
          <p:nvPr/>
        </p:nvSpPr>
        <p:spPr>
          <a:xfrm>
            <a:off x="365760" y="713232"/>
            <a:ext cx="8412480" cy="0"/>
          </a:xfrm>
          <a:prstGeom prst="line">
            <a:avLst/>
          </a:prstGeom>
          <a:noFill/>
          <a:ln w="9525">
            <a:solidFill>
              <a:srgbClr val="C9BFA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CourtRect"/>
          <p:cNvSpPr/>
          <p:nvPr/>
        </p:nvSpPr>
        <p:spPr>
          <a:xfrm>
            <a:off x="457200" y="914400"/>
            <a:ext cx="8229600" cy="3749040"/>
          </a:xfrm>
          <a:prstGeom prst="rect">
            <a:avLst/>
          </a:prstGeom>
          <a:ln w="19050">
            <a:solidFill>
              <a:srgbClr val="28324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01" name="HalfCourtTop"/>
          <p:cNvSpPr/>
          <p:nvPr/>
        </p:nvSpPr>
        <p:spPr>
          <a:xfrm>
            <a:off x="4572000" y="914400"/>
            <a:ext cx="0" cy="1340131"/>
          </a:xfrm>
          <a:prstGeom prst="line">
            <a:avLst/>
          </a:prstGeom>
          <a:noFill/>
          <a:ln w="15875">
            <a:solidFill>
              <a:srgbClr val="28324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02" name="HalfCourtBottom"/>
          <p:cNvSpPr/>
          <p:nvPr/>
        </p:nvSpPr>
        <p:spPr>
          <a:xfrm>
            <a:off x="4572000" y="3286733"/>
            <a:ext cx="0" cy="1376707"/>
          </a:xfrm>
          <a:prstGeom prst="line">
            <a:avLst/>
          </a:prstGeom>
          <a:noFill/>
          <a:ln w="15875">
            <a:solidFill>
              <a:srgbClr val="28324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LSquareL"/>
          <p:cNvSpPr/>
          <p:nvPr/>
        </p:nvSpPr>
        <p:spPr>
          <a:xfrm>
            <a:off x="457200" y="1889150"/>
            <a:ext cx="1728216" cy="1799539"/>
          </a:xfrm>
          <a:prstGeom prst="rect">
            <a:avLst/>
          </a:prstGeom>
          <a:ln w="15875">
            <a:solidFill>
              <a:srgbClr val="28324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LCircleL"/>
          <p:cNvSpPr/>
          <p:nvPr/>
        </p:nvSpPr>
        <p:spPr>
          <a:xfrm>
            <a:off x="1321637" y="1925141"/>
            <a:ext cx="1727558" cy="1727558"/>
          </a:xfrm>
          <a:prstGeom prst="ellipse">
            <a:avLst/>
          </a:prstGeom>
          <a:ln w="15875">
            <a:solidFill>
              <a:srgbClr val="283241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12" name="LMaskL"/>
          <p:cNvSpPr/>
          <p:nvPr/>
        </p:nvSpPr>
        <p:spPr>
          <a:xfrm>
            <a:off x="1312493" y="1879421"/>
            <a:ext cx="882067" cy="181899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LSquareLOver"/>
          <p:cNvSpPr/>
          <p:nvPr/>
        </p:nvSpPr>
        <p:spPr>
          <a:xfrm>
            <a:off x="457200" y="1889150"/>
            <a:ext cx="1728216" cy="1799539"/>
          </a:xfrm>
          <a:prstGeom prst="rect">
            <a:avLst/>
          </a:prstGeom>
          <a:ln w="15875">
            <a:solidFill>
              <a:srgbClr val="28324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RSquareR"/>
          <p:cNvSpPr/>
          <p:nvPr/>
        </p:nvSpPr>
        <p:spPr>
          <a:xfrm>
            <a:off x="6958584" y="1889150"/>
            <a:ext cx="1728216" cy="1799539"/>
          </a:xfrm>
          <a:prstGeom prst="rect">
            <a:avLst/>
          </a:prstGeom>
          <a:ln w="15875">
            <a:solidFill>
              <a:srgbClr val="28324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RCircleR"/>
          <p:cNvSpPr/>
          <p:nvPr/>
        </p:nvSpPr>
        <p:spPr>
          <a:xfrm>
            <a:off x="6094805" y="1925141"/>
            <a:ext cx="1727558" cy="1727558"/>
          </a:xfrm>
          <a:prstGeom prst="ellipse">
            <a:avLst/>
          </a:prstGeom>
          <a:ln w="15875">
            <a:solidFill>
              <a:srgbClr val="283241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26" name="RMaskR"/>
          <p:cNvSpPr/>
          <p:nvPr/>
        </p:nvSpPr>
        <p:spPr>
          <a:xfrm>
            <a:off x="6958584" y="1879421"/>
            <a:ext cx="882067" cy="181899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RSquareROver"/>
          <p:cNvSpPr/>
          <p:nvPr/>
        </p:nvSpPr>
        <p:spPr>
          <a:xfrm>
            <a:off x="6958584" y="1889150"/>
            <a:ext cx="1728216" cy="1799539"/>
          </a:xfrm>
          <a:prstGeom prst="rect">
            <a:avLst/>
          </a:prstGeom>
          <a:ln w="15875">
            <a:solidFill>
              <a:srgbClr val="28324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03" name="HalfCourtHorizLeft"/>
          <p:cNvSpPr/>
          <p:nvPr/>
        </p:nvSpPr>
        <p:spPr>
          <a:xfrm>
            <a:off x="457200" y="2788920"/>
            <a:ext cx="3589440" cy="0"/>
          </a:xfrm>
          <a:prstGeom prst="line">
            <a:avLst/>
          </a:prstGeom>
          <a:noFill/>
          <a:ln w="15875">
            <a:solidFill>
              <a:srgbClr val="28324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04" name="HalfCourtHorizRight"/>
          <p:cNvSpPr/>
          <p:nvPr/>
        </p:nvSpPr>
        <p:spPr>
          <a:xfrm>
            <a:off x="5078368" y="2788920"/>
            <a:ext cx="3608432" cy="0"/>
          </a:xfrm>
          <a:prstGeom prst="line">
            <a:avLst/>
          </a:prstGeom>
          <a:noFill/>
          <a:ln w="15875">
            <a:solidFill>
              <a:srgbClr val="28324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1" name="CardBG"/>
          <p:cNvSpPr/>
          <p:nvPr/>
        </p:nvSpPr>
        <p:spPr>
          <a:xfrm>
            <a:off x="1560900" y="939160"/>
            <a:ext cx="1907400" cy="1825000"/>
          </a:xfrm>
          <a:prstGeom prst="rect">
            <a:avLst/>
          </a:prstGeom>
          <a:solidFill>
            <a:srgbClr val="FFFFFF"/>
          </a:solidFill>
          <a:ln w="9525">
            <a:solidFill>
              <a:srgbClr val="E5DFCE"/>
            </a:solidFill>
            <a:prstDash val="solid"/>
          </a:ln>
          <a:effectLst>
            <a:outerShdw blurRad="1270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102" name="CardStripe"/>
          <p:cNvSpPr/>
          <p:nvPr/>
        </p:nvSpPr>
        <p:spPr>
          <a:xfrm>
            <a:off x="1560900" y="939160"/>
            <a:ext cx="1907400" cy="73152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103" name="Label"/>
          <p:cNvSpPr/>
          <p:nvPr/>
        </p:nvSpPr>
        <p:spPr>
          <a:xfrm>
            <a:off x="1743780" y="1029160"/>
            <a:ext cx="1541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600" dirty="0">
                <a:solidFill>
                  <a:srgbClr val="5B6573"/>
                </a:solidFill>
                <a:latin typeface="Arial" pitchFamily="34" charset="0"/>
              </a:rPr>
              <a:t>COURT 1</a:t>
            </a:r>
            <a:endParaRPr lang="en-US" sz="1000" dirty="0"/>
          </a:p>
        </p:txBody>
      </p:sp>
      <p:sp>
        <p:nvSpPr>
          <p:cNvPr id="104" name="Label"/>
          <p:cNvSpPr/>
          <p:nvPr/>
        </p:nvSpPr>
        <p:spPr>
          <a:xfrm>
            <a:off x="1743780" y="1029160"/>
            <a:ext cx="1541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kern="0" spc="600" dirty="0">
                <a:solidFill>
                  <a:srgbClr val="1D4ED8"/>
                </a:solidFill>
                <a:latin typeface="Arial" pitchFamily="34" charset="0"/>
              </a:rPr>
              <a:t>CK</a:t>
            </a:r>
            <a:endParaRPr lang="en-US" sz="1000" dirty="0"/>
          </a:p>
        </p:txBody>
      </p:sp>
      <p:pic>
        <p:nvPicPr>
          <p:cNvPr id="105" name="Jersey"/>
          <p:cNvPicPr>
            <a:picLocks noChangeAspect="1"/>
          </p:cNvPicPr>
          <p:nvPr/>
        </p:nvPicPr>
        <p:blipFill>
          <a:blip r:embed="rId2"/>
          <a:srcRect l="16071" t="10057" r="14881" b="8908"/>
          <a:stretch>
            <a:fillRect/>
          </a:stretch>
        </p:blipFill>
        <p:spPr>
          <a:xfrm>
            <a:off x="1620900" y="1297760"/>
            <a:ext cx="828700" cy="1044990"/>
          </a:xfrm>
          <a:prstGeom prst="rect">
            <a:avLst/>
          </a:prstGeom>
        </p:spPr>
      </p:pic>
      <p:pic>
        <p:nvPicPr>
          <p:cNvPr id="106" name="Jersey"/>
          <p:cNvPicPr>
            <a:picLocks noChangeAspect="1"/>
          </p:cNvPicPr>
          <p:nvPr/>
        </p:nvPicPr>
        <p:blipFill>
          <a:blip r:embed="rId3"/>
          <a:srcRect l="15774" t="8621" r="15476" b="10057"/>
          <a:stretch>
            <a:fillRect/>
          </a:stretch>
        </p:blipFill>
        <p:spPr>
          <a:xfrm>
            <a:off x="2579600" y="1297760"/>
            <a:ext cx="828700" cy="1044990"/>
          </a:xfrm>
          <a:prstGeom prst="rect">
            <a:avLst/>
          </a:prstGeom>
        </p:spPr>
      </p:pic>
      <p:sp>
        <p:nvSpPr>
          <p:cNvPr id="107" name="AtLabel"/>
          <p:cNvSpPr/>
          <p:nvPr/>
        </p:nvSpPr>
        <p:spPr>
          <a:xfrm>
            <a:off x="2449600" y="1735255"/>
            <a:ext cx="170000" cy="170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200" i="1" kern="0" spc="0" dirty="0">
                <a:solidFill>
                  <a:srgbClr val="5B6573"/>
                </a:solidFill>
                <a:latin typeface="Arial" pitchFamily="34" charset="0"/>
              </a:rPr>
              <a:t>vs</a:t>
            </a:r>
            <a:endParaRPr lang="en-US" sz="1200" dirty="0"/>
          </a:p>
        </p:txBody>
      </p:sp>
      <p:sp>
        <p:nvSpPr>
          <p:cNvPr id="108" name="TeamName"/>
          <p:cNvSpPr/>
          <p:nvPr/>
        </p:nvSpPr>
        <p:spPr>
          <a:xfrm>
            <a:off x="1620900" y="2367750"/>
            <a:ext cx="828700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b="1" kern="0" dirty="0">
                <a:solidFill>
                  <a:srgbClr val="0F1B2E"/>
                </a:solidFill>
                <a:latin typeface="Arial Black" pitchFamily="34" charset="0"/>
              </a:rPr>
              <a:t>Team 3</a:t>
            </a:r>
            <a:endParaRPr lang="en-US" sz="1100" dirty="0"/>
          </a:p>
        </p:txBody>
      </p:sp>
      <p:sp>
        <p:nvSpPr>
          <p:cNvPr id="109" name="TeamName"/>
          <p:cNvSpPr/>
          <p:nvPr/>
        </p:nvSpPr>
        <p:spPr>
          <a:xfrm>
            <a:off x="2579600" y="2367750"/>
            <a:ext cx="828700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b="1" kern="0" dirty="0">
                <a:solidFill>
                  <a:srgbClr val="0F1B2E"/>
                </a:solidFill>
                <a:latin typeface="Arial Black" pitchFamily="34" charset="0"/>
              </a:rPr>
              <a:t>Team 1</a:t>
            </a:r>
            <a:endParaRPr lang="en-US" sz="1100" dirty="0"/>
          </a:p>
        </p:txBody>
      </p:sp>
      <p:sp>
        <p:nvSpPr>
          <p:cNvPr id="110" name="CardBG"/>
          <p:cNvSpPr/>
          <p:nvPr/>
        </p:nvSpPr>
        <p:spPr>
          <a:xfrm>
            <a:off x="1560900" y="2813680"/>
            <a:ext cx="1907400" cy="1825000"/>
          </a:xfrm>
          <a:prstGeom prst="rect">
            <a:avLst/>
          </a:prstGeom>
          <a:solidFill>
            <a:srgbClr val="FFFFFF"/>
          </a:solidFill>
          <a:ln w="9525">
            <a:solidFill>
              <a:srgbClr val="E5DFCE"/>
            </a:solidFill>
            <a:prstDash val="solid"/>
          </a:ln>
          <a:effectLst>
            <a:outerShdw blurRad="1270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111" name="CardStripe"/>
          <p:cNvSpPr/>
          <p:nvPr/>
        </p:nvSpPr>
        <p:spPr>
          <a:xfrm>
            <a:off x="1560900" y="2813680"/>
            <a:ext cx="1907400" cy="73152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112" name="Label"/>
          <p:cNvSpPr/>
          <p:nvPr/>
        </p:nvSpPr>
        <p:spPr>
          <a:xfrm>
            <a:off x="1743780" y="2903680"/>
            <a:ext cx="1541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600" dirty="0">
                <a:solidFill>
                  <a:srgbClr val="5B6573"/>
                </a:solidFill>
                <a:latin typeface="Arial" pitchFamily="34" charset="0"/>
              </a:rPr>
              <a:t>COURT 2</a:t>
            </a:r>
            <a:endParaRPr lang="en-US" sz="1000" dirty="0"/>
          </a:p>
        </p:txBody>
      </p:sp>
      <p:sp>
        <p:nvSpPr>
          <p:cNvPr id="113" name="Label"/>
          <p:cNvSpPr/>
          <p:nvPr/>
        </p:nvSpPr>
        <p:spPr>
          <a:xfrm>
            <a:off x="1743780" y="2903680"/>
            <a:ext cx="1541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kern="0" spc="600" dirty="0">
                <a:solidFill>
                  <a:srgbClr val="1D4ED8"/>
                </a:solidFill>
                <a:latin typeface="Arial" pitchFamily="34" charset="0"/>
              </a:rPr>
              <a:t>CK</a:t>
            </a:r>
            <a:endParaRPr lang="en-US" sz="1000" dirty="0"/>
          </a:p>
        </p:txBody>
      </p:sp>
      <p:pic>
        <p:nvPicPr>
          <p:cNvPr id="114" name="Jersey"/>
          <p:cNvPicPr>
            <a:picLocks noChangeAspect="1"/>
          </p:cNvPicPr>
          <p:nvPr/>
        </p:nvPicPr>
        <p:blipFill>
          <a:blip r:embed="rId4"/>
          <a:srcRect l="15476" t="8908" r="15476" b="10057"/>
          <a:stretch>
            <a:fillRect/>
          </a:stretch>
        </p:blipFill>
        <p:spPr>
          <a:xfrm>
            <a:off x="1620900" y="3172280"/>
            <a:ext cx="828700" cy="1044990"/>
          </a:xfrm>
          <a:prstGeom prst="rect">
            <a:avLst/>
          </a:prstGeom>
        </p:spPr>
      </p:pic>
      <p:pic>
        <p:nvPicPr>
          <p:cNvPr id="115" name="Jersey"/>
          <p:cNvPicPr>
            <a:picLocks noChangeAspect="1"/>
          </p:cNvPicPr>
          <p:nvPr/>
        </p:nvPicPr>
        <p:blipFill>
          <a:blip r:embed="rId5"/>
          <a:srcRect l="15179" t="8908" r="15179" b="9770"/>
          <a:stretch>
            <a:fillRect/>
          </a:stretch>
        </p:blipFill>
        <p:spPr>
          <a:xfrm>
            <a:off x="2579600" y="3172280"/>
            <a:ext cx="828700" cy="1044990"/>
          </a:xfrm>
          <a:prstGeom prst="rect">
            <a:avLst/>
          </a:prstGeom>
        </p:spPr>
      </p:pic>
      <p:sp>
        <p:nvSpPr>
          <p:cNvPr id="116" name="AtLabel"/>
          <p:cNvSpPr/>
          <p:nvPr/>
        </p:nvSpPr>
        <p:spPr>
          <a:xfrm>
            <a:off x="2449600" y="3609775"/>
            <a:ext cx="170000" cy="170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200" i="1" kern="0" spc="0" dirty="0">
                <a:solidFill>
                  <a:srgbClr val="5B6573"/>
                </a:solidFill>
                <a:latin typeface="Arial" pitchFamily="34" charset="0"/>
              </a:rPr>
              <a:t>vs</a:t>
            </a:r>
            <a:endParaRPr lang="en-US" sz="1200" dirty="0"/>
          </a:p>
        </p:txBody>
      </p:sp>
      <p:sp>
        <p:nvSpPr>
          <p:cNvPr id="117" name="TeamName"/>
          <p:cNvSpPr/>
          <p:nvPr/>
        </p:nvSpPr>
        <p:spPr>
          <a:xfrm>
            <a:off x="1620900" y="4242270"/>
            <a:ext cx="828700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b="1" kern="0" dirty="0">
                <a:solidFill>
                  <a:srgbClr val="0F1B2E"/>
                </a:solidFill>
                <a:latin typeface="Arial Black" pitchFamily="34" charset="0"/>
              </a:rPr>
              <a:t>The Tigers</a:t>
            </a:r>
            <a:endParaRPr lang="en-US" sz="1100" dirty="0"/>
          </a:p>
        </p:txBody>
      </p:sp>
      <p:sp>
        <p:nvSpPr>
          <p:cNvPr id="118" name="TeamName"/>
          <p:cNvSpPr/>
          <p:nvPr/>
        </p:nvSpPr>
        <p:spPr>
          <a:xfrm>
            <a:off x="2579600" y="4242270"/>
            <a:ext cx="828700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b="1" kern="0" dirty="0">
                <a:solidFill>
                  <a:srgbClr val="0F1B2E"/>
                </a:solidFill>
                <a:latin typeface="Arial Black" pitchFamily="34" charset="0"/>
              </a:rPr>
              <a:t>Team 2</a:t>
            </a:r>
            <a:endParaRPr lang="en-US" sz="1100" dirty="0"/>
          </a:p>
        </p:txBody>
      </p:sp>
      <p:sp>
        <p:nvSpPr>
          <p:cNvPr id="119" name="CardBG"/>
          <p:cNvSpPr/>
          <p:nvPr/>
        </p:nvSpPr>
        <p:spPr>
          <a:xfrm>
            <a:off x="5675700" y="939160"/>
            <a:ext cx="1907400" cy="1825000"/>
          </a:xfrm>
          <a:prstGeom prst="rect">
            <a:avLst/>
          </a:prstGeom>
          <a:solidFill>
            <a:srgbClr val="FFFFFF"/>
          </a:solidFill>
          <a:ln w="9525">
            <a:solidFill>
              <a:srgbClr val="E5DFCE"/>
            </a:solidFill>
            <a:prstDash val="solid"/>
          </a:ln>
          <a:effectLst>
            <a:outerShdw blurRad="1270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120" name="CardStripe"/>
          <p:cNvSpPr/>
          <p:nvPr/>
        </p:nvSpPr>
        <p:spPr>
          <a:xfrm>
            <a:off x="5675700" y="939160"/>
            <a:ext cx="1907400" cy="73152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121" name="Label"/>
          <p:cNvSpPr/>
          <p:nvPr/>
        </p:nvSpPr>
        <p:spPr>
          <a:xfrm>
            <a:off x="5858580" y="1029160"/>
            <a:ext cx="1541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600" dirty="0">
                <a:solidFill>
                  <a:srgbClr val="5B6573"/>
                </a:solidFill>
                <a:latin typeface="Arial" pitchFamily="34" charset="0"/>
              </a:rPr>
              <a:t>COURT 3</a:t>
            </a:r>
            <a:endParaRPr lang="en-US" sz="1000" dirty="0"/>
          </a:p>
        </p:txBody>
      </p:sp>
      <p:sp>
        <p:nvSpPr>
          <p:cNvPr id="122" name="Label"/>
          <p:cNvSpPr/>
          <p:nvPr/>
        </p:nvSpPr>
        <p:spPr>
          <a:xfrm>
            <a:off x="5858580" y="1029160"/>
            <a:ext cx="1541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kern="0" spc="600" dirty="0">
                <a:solidFill>
                  <a:srgbClr val="1D4ED8"/>
                </a:solidFill>
                <a:latin typeface="Arial" pitchFamily="34" charset="0"/>
              </a:rPr>
              <a:t>CK</a:t>
            </a:r>
            <a:endParaRPr lang="en-US" sz="1000" dirty="0"/>
          </a:p>
        </p:txBody>
      </p:sp>
      <p:pic>
        <p:nvPicPr>
          <p:cNvPr id="123" name="Jersey"/>
          <p:cNvPicPr>
            <a:picLocks noChangeAspect="1"/>
          </p:cNvPicPr>
          <p:nvPr/>
        </p:nvPicPr>
        <p:blipFill>
          <a:blip r:embed="rId6"/>
          <a:srcRect l="16667" t="10057" r="15179" b="9195"/>
          <a:stretch>
            <a:fillRect/>
          </a:stretch>
        </p:blipFill>
        <p:spPr>
          <a:xfrm>
            <a:off x="5735700" y="1297760"/>
            <a:ext cx="828700" cy="1044990"/>
          </a:xfrm>
          <a:prstGeom prst="rect">
            <a:avLst/>
          </a:prstGeom>
        </p:spPr>
      </p:pic>
      <p:pic>
        <p:nvPicPr>
          <p:cNvPr id="124" name="Jersey"/>
          <p:cNvPicPr>
            <a:picLocks noChangeAspect="1"/>
          </p:cNvPicPr>
          <p:nvPr/>
        </p:nvPicPr>
        <p:blipFill>
          <a:blip r:embed="rId7"/>
          <a:srcRect l="16071" t="8621" r="15774" b="10057"/>
          <a:stretch>
            <a:fillRect/>
          </a:stretch>
        </p:blipFill>
        <p:spPr>
          <a:xfrm>
            <a:off x="6694400" y="1297760"/>
            <a:ext cx="828700" cy="1044990"/>
          </a:xfrm>
          <a:prstGeom prst="rect">
            <a:avLst/>
          </a:prstGeom>
        </p:spPr>
      </p:pic>
      <p:sp>
        <p:nvSpPr>
          <p:cNvPr id="125" name="AtLabel"/>
          <p:cNvSpPr/>
          <p:nvPr/>
        </p:nvSpPr>
        <p:spPr>
          <a:xfrm>
            <a:off x="6564400" y="1735255"/>
            <a:ext cx="170000" cy="170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200" i="1" kern="0" spc="0" dirty="0">
                <a:solidFill>
                  <a:srgbClr val="5B6573"/>
                </a:solidFill>
                <a:latin typeface="Arial" pitchFamily="34" charset="0"/>
              </a:rPr>
              <a:t>vs</a:t>
            </a:r>
            <a:endParaRPr lang="en-US" sz="1200" dirty="0"/>
          </a:p>
        </p:txBody>
      </p:sp>
      <p:sp>
        <p:nvSpPr>
          <p:cNvPr id="126" name="TeamName"/>
          <p:cNvSpPr/>
          <p:nvPr/>
        </p:nvSpPr>
        <p:spPr>
          <a:xfrm>
            <a:off x="5735700" y="2367750"/>
            <a:ext cx="828700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b="1" kern="0" dirty="0">
                <a:solidFill>
                  <a:srgbClr val="0F1B2E"/>
                </a:solidFill>
                <a:latin typeface="Arial Black" pitchFamily="34" charset="0"/>
              </a:rPr>
              <a:t>Purple Hippos</a:t>
            </a:r>
            <a:endParaRPr lang="en-US" sz="1100" dirty="0"/>
          </a:p>
        </p:txBody>
      </p:sp>
      <p:sp>
        <p:nvSpPr>
          <p:cNvPr id="127" name="TeamName"/>
          <p:cNvSpPr/>
          <p:nvPr/>
        </p:nvSpPr>
        <p:spPr>
          <a:xfrm>
            <a:off x="6694400" y="2367750"/>
            <a:ext cx="828700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b="1" kern="0" dirty="0">
                <a:solidFill>
                  <a:srgbClr val="0F1B2E"/>
                </a:solidFill>
                <a:latin typeface="Arial Black" pitchFamily="34" charset="0"/>
              </a:rPr>
              <a:t>Black Panthers</a:t>
            </a:r>
            <a:endParaRPr lang="en-US" sz="1100" dirty="0"/>
          </a:p>
        </p:txBody>
      </p:sp>
      <p:sp>
        <p:nvSpPr>
          <p:cNvPr id="128" name="CardBG"/>
          <p:cNvSpPr/>
          <p:nvPr/>
        </p:nvSpPr>
        <p:spPr>
          <a:xfrm>
            <a:off x="5675700" y="2813680"/>
            <a:ext cx="1907400" cy="1825000"/>
          </a:xfrm>
          <a:prstGeom prst="rect">
            <a:avLst/>
          </a:prstGeom>
          <a:solidFill>
            <a:srgbClr val="FFFFFF"/>
          </a:solidFill>
          <a:ln w="9525">
            <a:solidFill>
              <a:srgbClr val="E5DFCE"/>
            </a:solidFill>
            <a:prstDash val="solid"/>
          </a:ln>
          <a:effectLst>
            <a:outerShdw blurRad="1270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129" name="CardStripe"/>
          <p:cNvSpPr/>
          <p:nvPr/>
        </p:nvSpPr>
        <p:spPr>
          <a:xfrm>
            <a:off x="5675700" y="2813680"/>
            <a:ext cx="1907400" cy="73152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130" name="Label"/>
          <p:cNvSpPr/>
          <p:nvPr/>
        </p:nvSpPr>
        <p:spPr>
          <a:xfrm>
            <a:off x="5858580" y="2903680"/>
            <a:ext cx="1541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600" dirty="0">
                <a:solidFill>
                  <a:srgbClr val="5B6573"/>
                </a:solidFill>
                <a:latin typeface="Arial" pitchFamily="34" charset="0"/>
              </a:rPr>
              <a:t>COURT 4</a:t>
            </a:r>
            <a:endParaRPr lang="en-US" sz="1000" dirty="0"/>
          </a:p>
        </p:txBody>
      </p:sp>
      <p:sp>
        <p:nvSpPr>
          <p:cNvPr id="131" name="Label"/>
          <p:cNvSpPr/>
          <p:nvPr/>
        </p:nvSpPr>
        <p:spPr>
          <a:xfrm>
            <a:off x="5858580" y="2903680"/>
            <a:ext cx="1541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kern="0" spc="600" dirty="0">
                <a:solidFill>
                  <a:srgbClr val="1D4ED8"/>
                </a:solidFill>
                <a:latin typeface="Arial" pitchFamily="34" charset="0"/>
              </a:rPr>
              <a:t>CK</a:t>
            </a:r>
            <a:endParaRPr lang="en-US" sz="1000" dirty="0"/>
          </a:p>
        </p:txBody>
      </p:sp>
      <p:pic>
        <p:nvPicPr>
          <p:cNvPr id="132" name="Jersey"/>
          <p:cNvPicPr>
            <a:picLocks noChangeAspect="1"/>
          </p:cNvPicPr>
          <p:nvPr/>
        </p:nvPicPr>
        <p:blipFill>
          <a:blip r:embed="rId8"/>
          <a:srcRect l="16369" t="10057" r="14881" b="9195"/>
          <a:stretch>
            <a:fillRect/>
          </a:stretch>
        </p:blipFill>
        <p:spPr>
          <a:xfrm>
            <a:off x="5735700" y="3172280"/>
            <a:ext cx="828700" cy="1044990"/>
          </a:xfrm>
          <a:prstGeom prst="rect">
            <a:avLst/>
          </a:prstGeom>
        </p:spPr>
      </p:pic>
      <p:pic>
        <p:nvPicPr>
          <p:cNvPr id="133" name="Jersey"/>
          <p:cNvPicPr>
            <a:picLocks noChangeAspect="1"/>
          </p:cNvPicPr>
          <p:nvPr/>
        </p:nvPicPr>
        <p:blipFill>
          <a:blip r:embed="rId9"/>
          <a:srcRect l="16071" t="10057" r="15179" b="8908"/>
          <a:stretch>
            <a:fillRect/>
          </a:stretch>
        </p:blipFill>
        <p:spPr>
          <a:xfrm>
            <a:off x="6694400" y="3172280"/>
            <a:ext cx="828700" cy="1044990"/>
          </a:xfrm>
          <a:prstGeom prst="rect">
            <a:avLst/>
          </a:prstGeom>
        </p:spPr>
      </p:pic>
      <p:sp>
        <p:nvSpPr>
          <p:cNvPr id="134" name="AtLabel"/>
          <p:cNvSpPr/>
          <p:nvPr/>
        </p:nvSpPr>
        <p:spPr>
          <a:xfrm>
            <a:off x="6564400" y="3609775"/>
            <a:ext cx="170000" cy="170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200" i="1" kern="0" spc="0" dirty="0">
                <a:solidFill>
                  <a:srgbClr val="5B6573"/>
                </a:solidFill>
                <a:latin typeface="Arial" pitchFamily="34" charset="0"/>
              </a:rPr>
              <a:t>vs</a:t>
            </a:r>
            <a:endParaRPr lang="en-US" sz="1200" dirty="0"/>
          </a:p>
        </p:txBody>
      </p:sp>
      <p:sp>
        <p:nvSpPr>
          <p:cNvPr id="135" name="TeamName"/>
          <p:cNvSpPr/>
          <p:nvPr/>
        </p:nvSpPr>
        <p:spPr>
          <a:xfrm>
            <a:off x="5735700" y="4242270"/>
            <a:ext cx="828700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b="1" kern="0" dirty="0">
                <a:solidFill>
                  <a:srgbClr val="0F1B2E"/>
                </a:solidFill>
                <a:latin typeface="Arial Black" pitchFamily="34" charset="0"/>
              </a:rPr>
              <a:t>Green Dragons</a:t>
            </a:r>
            <a:endParaRPr lang="en-US" sz="1100" dirty="0"/>
          </a:p>
        </p:txBody>
      </p:sp>
      <p:sp>
        <p:nvSpPr>
          <p:cNvPr id="136" name="TeamName"/>
          <p:cNvSpPr/>
          <p:nvPr/>
        </p:nvSpPr>
        <p:spPr>
          <a:xfrm>
            <a:off x="6694400" y="4242270"/>
            <a:ext cx="828700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b="1" kern="0" dirty="0">
                <a:solidFill>
                  <a:srgbClr val="0F1B2E"/>
                </a:solidFill>
                <a:latin typeface="Arial Black" pitchFamily="34" charset="0"/>
              </a:rPr>
              <a:t>Team 5</a:t>
            </a:r>
            <a:endParaRPr lang="en-US" sz="1100" dirty="0"/>
          </a:p>
        </p:txBody>
      </p:sp>
      <p:sp>
        <p:nvSpPr>
          <p:cNvPr id="57" name="HRBottom"/>
          <p:cNvSpPr/>
          <p:nvPr/>
        </p:nvSpPr>
        <p:spPr>
          <a:xfrm>
            <a:off x="365760" y="4828032"/>
            <a:ext cx="8412480" cy="0"/>
          </a:xfrm>
          <a:prstGeom prst="line">
            <a:avLst/>
          </a:prstGeom>
          <a:noFill/>
          <a:ln w="9525">
            <a:solidFill>
              <a:srgbClr val="C9BFA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8" name="FooterL"/>
          <p:cNvSpPr/>
          <p:nvPr/>
        </p:nvSpPr>
        <p:spPr>
          <a:xfrm>
            <a:off x="365760" y="489204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800" dirty="0">
                <a:solidFill>
                  <a:srgbClr val="0F1B2E"/>
                </a:solidFill>
                <a:latin typeface="Arial Black" pitchFamily="34" charset="0"/>
              </a:rPr>
              <a:t>WACC SPORTS</a:t>
            </a:r>
            <a:endParaRPr lang="en-US" sz="900" dirty="0"/>
          </a:p>
        </p:txBody>
      </p:sp>
      <p:sp>
        <p:nvSpPr>
          <p:cNvPr id="59" name="FooterR"/>
          <p:cNvSpPr/>
          <p:nvPr/>
        </p:nvSpPr>
        <p:spPr>
          <a:xfrm>
            <a:off x="5120640" y="489204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kern="0" spc="800" dirty="0">
                <a:solidFill>
                  <a:srgbClr val="5B6573"/>
                </a:solidFill>
                <a:latin typeface="Arial" pitchFamily="34" charset="0"/>
              </a:rPr>
              <a:t>SEPTEMBER 19, 2026</a:t>
            </a:r>
            <a:endParaRPr lang="en-US" sz="900" dirty="0"/>
          </a:p>
        </p:txBody>
      </p:sp>
      <p:pic>
        <p:nvPicPr>
          <p:cNvPr id="998" name="Image 0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046316" y="2254444"/>
            <a:ext cx="1032376" cy="1032376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me"/>
          <p:cNvSpPr/>
          <p:nvPr/>
        </p:nvSpPr>
        <p:spPr>
          <a:xfrm>
            <a:off x="365760" y="13716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kern="0" spc="100" dirty="0">
                <a:solidFill>
                  <a:srgbClr val="0F1B2E"/>
                </a:solidFill>
                <a:latin typeface="Arial Black" pitchFamily="34" charset="0"/>
              </a:rPr>
              <a:t>9 AM</a:t>
            </a:r>
            <a:endParaRPr lang="en-US" sz="3000" dirty="0"/>
          </a:p>
        </p:txBody>
      </p:sp>
      <p:grpSp>
        <p:nvGrpSpPr>
          <p:cNvPr id="60" name="PillGroup"/>
          <p:cNvGrpSpPr/>
          <p:nvPr/>
        </p:nvGrpSpPr>
        <p:grpSpPr>
          <a:xfrm>
            <a:off x="2838288" y="192416"/>
            <a:ext cx="3467425" cy="429768"/>
            <a:chOff x="2838288" y="114301"/>
            <a:chExt cx="3467425" cy="429768"/>
          </a:xfrm>
        </p:grpSpPr>
        <p:sp>
          <p:nvSpPr>
            <p:cNvPr id="3" name="Pill"/>
            <p:cNvSpPr/>
            <p:nvPr/>
          </p:nvSpPr>
          <p:spPr>
            <a:xfrm>
              <a:off x="2838288" y="114301"/>
              <a:ext cx="3467425" cy="429768"/>
            </a:xfrm>
            <a:prstGeom prst="roundRect">
              <a:avLst>
                <a:gd name="adj" fmla="val 50000"/>
              </a:avLst>
            </a:prstGeom>
            <a:solidFill>
              <a:srgbClr val="1D4ED8"/>
            </a:solidFill>
            <a:ln w="12700">
              <a:solidFill>
                <a:srgbClr val="1D4ED8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PillText"/>
            <p:cNvSpPr/>
            <p:nvPr/>
          </p:nvSpPr>
          <p:spPr>
            <a:xfrm>
              <a:off x="3050073" y="164616"/>
              <a:ext cx="3150000" cy="310896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/>
              <a:r>
                <a:rPr lang="en-US" sz="1100" b="1" kern="0" spc="600" dirty="0">
                  <a:solidFill>
                    <a:srgbClr val="FFFFFF"/>
                  </a:solidFill>
                  <a:latin typeface="Arial Black" pitchFamily="34" charset="0"/>
                </a:rPr>
                <a:t>PEE WEE</a:t>
              </a:r>
              <a:endParaRPr lang="en-US" sz="1100" dirty="0"/>
            </a:p>
          </p:txBody>
        </p:sp>
      </p:grpSp>
      <p:sp>
        <p:nvSpPr>
          <p:cNvPr id="6" name="HRTop"/>
          <p:cNvSpPr/>
          <p:nvPr/>
        </p:nvSpPr>
        <p:spPr>
          <a:xfrm>
            <a:off x="365760" y="713232"/>
            <a:ext cx="8412480" cy="0"/>
          </a:xfrm>
          <a:prstGeom prst="line">
            <a:avLst/>
          </a:prstGeom>
          <a:noFill/>
          <a:ln w="9525">
            <a:solidFill>
              <a:srgbClr val="C9BFA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CourtRect"/>
          <p:cNvSpPr/>
          <p:nvPr/>
        </p:nvSpPr>
        <p:spPr>
          <a:xfrm>
            <a:off x="457200" y="914400"/>
            <a:ext cx="8229600" cy="3749040"/>
          </a:xfrm>
          <a:prstGeom prst="rect">
            <a:avLst/>
          </a:prstGeom>
          <a:ln w="19050">
            <a:solidFill>
              <a:srgbClr val="28324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01" name="HalfCourtTop"/>
          <p:cNvSpPr/>
          <p:nvPr/>
        </p:nvSpPr>
        <p:spPr>
          <a:xfrm>
            <a:off x="4572000" y="914400"/>
            <a:ext cx="0" cy="1340131"/>
          </a:xfrm>
          <a:prstGeom prst="line">
            <a:avLst/>
          </a:prstGeom>
          <a:noFill/>
          <a:ln w="15875">
            <a:solidFill>
              <a:srgbClr val="28324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02" name="HalfCourtBottom"/>
          <p:cNvSpPr/>
          <p:nvPr/>
        </p:nvSpPr>
        <p:spPr>
          <a:xfrm>
            <a:off x="4572000" y="3286733"/>
            <a:ext cx="0" cy="1376707"/>
          </a:xfrm>
          <a:prstGeom prst="line">
            <a:avLst/>
          </a:prstGeom>
          <a:noFill/>
          <a:ln w="15875">
            <a:solidFill>
              <a:srgbClr val="28324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LSquareL"/>
          <p:cNvSpPr/>
          <p:nvPr/>
        </p:nvSpPr>
        <p:spPr>
          <a:xfrm>
            <a:off x="457200" y="1889150"/>
            <a:ext cx="1728216" cy="1799539"/>
          </a:xfrm>
          <a:prstGeom prst="rect">
            <a:avLst/>
          </a:prstGeom>
          <a:ln w="15875">
            <a:solidFill>
              <a:srgbClr val="28324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LCircleL"/>
          <p:cNvSpPr/>
          <p:nvPr/>
        </p:nvSpPr>
        <p:spPr>
          <a:xfrm>
            <a:off x="1321637" y="1925141"/>
            <a:ext cx="1727558" cy="1727558"/>
          </a:xfrm>
          <a:prstGeom prst="ellipse">
            <a:avLst/>
          </a:prstGeom>
          <a:ln w="15875">
            <a:solidFill>
              <a:srgbClr val="283241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12" name="LMaskL"/>
          <p:cNvSpPr/>
          <p:nvPr/>
        </p:nvSpPr>
        <p:spPr>
          <a:xfrm>
            <a:off x="1312493" y="1879421"/>
            <a:ext cx="882067" cy="181899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LSquareLOver"/>
          <p:cNvSpPr/>
          <p:nvPr/>
        </p:nvSpPr>
        <p:spPr>
          <a:xfrm>
            <a:off x="457200" y="1889150"/>
            <a:ext cx="1728216" cy="1799539"/>
          </a:xfrm>
          <a:prstGeom prst="rect">
            <a:avLst/>
          </a:prstGeom>
          <a:ln w="15875">
            <a:solidFill>
              <a:srgbClr val="28324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RSquareR"/>
          <p:cNvSpPr/>
          <p:nvPr/>
        </p:nvSpPr>
        <p:spPr>
          <a:xfrm>
            <a:off x="6958584" y="1889150"/>
            <a:ext cx="1728216" cy="1799539"/>
          </a:xfrm>
          <a:prstGeom prst="rect">
            <a:avLst/>
          </a:prstGeom>
          <a:ln w="15875">
            <a:solidFill>
              <a:srgbClr val="28324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RCircleR"/>
          <p:cNvSpPr/>
          <p:nvPr/>
        </p:nvSpPr>
        <p:spPr>
          <a:xfrm>
            <a:off x="6094805" y="1925141"/>
            <a:ext cx="1727558" cy="1727558"/>
          </a:xfrm>
          <a:prstGeom prst="ellipse">
            <a:avLst/>
          </a:prstGeom>
          <a:ln w="15875">
            <a:solidFill>
              <a:srgbClr val="283241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26" name="RMaskR"/>
          <p:cNvSpPr/>
          <p:nvPr/>
        </p:nvSpPr>
        <p:spPr>
          <a:xfrm>
            <a:off x="6958584" y="1879421"/>
            <a:ext cx="882067" cy="181899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RSquareROver"/>
          <p:cNvSpPr/>
          <p:nvPr/>
        </p:nvSpPr>
        <p:spPr>
          <a:xfrm>
            <a:off x="6958584" y="1889150"/>
            <a:ext cx="1728216" cy="1799539"/>
          </a:xfrm>
          <a:prstGeom prst="rect">
            <a:avLst/>
          </a:prstGeom>
          <a:ln w="15875">
            <a:solidFill>
              <a:srgbClr val="28324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1" name="CardBG"/>
          <p:cNvSpPr/>
          <p:nvPr/>
        </p:nvSpPr>
        <p:spPr>
          <a:xfrm>
            <a:off x="1325880" y="1563920"/>
            <a:ext cx="2550000" cy="2450000"/>
          </a:xfrm>
          <a:prstGeom prst="rect">
            <a:avLst/>
          </a:prstGeom>
          <a:solidFill>
            <a:srgbClr val="FFFFFF"/>
          </a:solidFill>
          <a:ln w="9525">
            <a:solidFill>
              <a:srgbClr val="E5DFCE"/>
            </a:solidFill>
            <a:prstDash val="solid"/>
          </a:ln>
          <a:effectLst>
            <a:outerShdw blurRad="1270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102" name="CardStripe"/>
          <p:cNvSpPr/>
          <p:nvPr/>
        </p:nvSpPr>
        <p:spPr>
          <a:xfrm>
            <a:off x="1325880" y="1563920"/>
            <a:ext cx="2550000" cy="73152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103" name="Label"/>
          <p:cNvSpPr/>
          <p:nvPr/>
        </p:nvSpPr>
        <p:spPr>
          <a:xfrm>
            <a:off x="1508760" y="1728512"/>
            <a:ext cx="2184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600" dirty="0">
                <a:solidFill>
                  <a:srgbClr val="5B6573"/>
                </a:solidFill>
                <a:latin typeface="Arial" pitchFamily="34" charset="0"/>
              </a:rPr>
              <a:t>COURT 1</a:t>
            </a:r>
            <a:endParaRPr lang="en-US" sz="1000" dirty="0"/>
          </a:p>
        </p:txBody>
      </p:sp>
      <p:sp>
        <p:nvSpPr>
          <p:cNvPr id="104" name="Label"/>
          <p:cNvSpPr/>
          <p:nvPr/>
        </p:nvSpPr>
        <p:spPr>
          <a:xfrm>
            <a:off x="1508760" y="1728512"/>
            <a:ext cx="2184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kern="0" spc="600" dirty="0">
                <a:solidFill>
                  <a:srgbClr val="1D4ED8"/>
                </a:solidFill>
                <a:latin typeface="Arial" pitchFamily="34" charset="0"/>
              </a:rPr>
              <a:t>PW</a:t>
            </a:r>
            <a:endParaRPr lang="en-US" sz="1000" dirty="0"/>
          </a:p>
        </p:txBody>
      </p:sp>
      <p:pic>
        <p:nvPicPr>
          <p:cNvPr id="105" name="Jersey"/>
          <p:cNvPicPr>
            <a:picLocks noChangeAspect="1"/>
          </p:cNvPicPr>
          <p:nvPr/>
        </p:nvPicPr>
        <p:blipFill>
          <a:blip r:embed="rId2"/>
          <a:srcRect l="16071" t="10057" r="14881" b="8908"/>
          <a:stretch>
            <a:fillRect/>
          </a:stretch>
        </p:blipFill>
        <p:spPr>
          <a:xfrm>
            <a:off x="1385880" y="1997112"/>
            <a:ext cx="1105000" cy="1393405"/>
          </a:xfrm>
          <a:prstGeom prst="rect">
            <a:avLst/>
          </a:prstGeom>
        </p:spPr>
      </p:pic>
      <p:pic>
        <p:nvPicPr>
          <p:cNvPr id="106" name="Jersey"/>
          <p:cNvPicPr>
            <a:picLocks noChangeAspect="1"/>
          </p:cNvPicPr>
          <p:nvPr/>
        </p:nvPicPr>
        <p:blipFill>
          <a:blip r:embed="rId3"/>
          <a:srcRect l="15476" t="8908" r="15476" b="10057"/>
          <a:stretch>
            <a:fillRect/>
          </a:stretch>
        </p:blipFill>
        <p:spPr>
          <a:xfrm>
            <a:off x="2710880" y="1997112"/>
            <a:ext cx="1105000" cy="1393405"/>
          </a:xfrm>
          <a:prstGeom prst="rect">
            <a:avLst/>
          </a:prstGeom>
        </p:spPr>
      </p:pic>
      <p:sp>
        <p:nvSpPr>
          <p:cNvPr id="107" name="AtLabel"/>
          <p:cNvSpPr/>
          <p:nvPr/>
        </p:nvSpPr>
        <p:spPr>
          <a:xfrm>
            <a:off x="2490880" y="2583814"/>
            <a:ext cx="220000" cy="220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200" i="1" kern="0" spc="0" dirty="0">
                <a:solidFill>
                  <a:srgbClr val="5B6573"/>
                </a:solidFill>
                <a:latin typeface="Arial" pitchFamily="34" charset="0"/>
              </a:rPr>
              <a:t>vs</a:t>
            </a:r>
            <a:endParaRPr lang="en-US" sz="1200" dirty="0"/>
          </a:p>
        </p:txBody>
      </p:sp>
      <p:sp>
        <p:nvSpPr>
          <p:cNvPr id="108" name="TeamName"/>
          <p:cNvSpPr/>
          <p:nvPr/>
        </p:nvSpPr>
        <p:spPr>
          <a:xfrm>
            <a:off x="1385880" y="3420517"/>
            <a:ext cx="1105000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b="1" kern="0" dirty="0">
                <a:solidFill>
                  <a:srgbClr val="0F1B2E"/>
                </a:solidFill>
                <a:latin typeface="Arial Black" pitchFamily="34" charset="0"/>
              </a:rPr>
              <a:t>Team 7</a:t>
            </a:r>
            <a:endParaRPr lang="en-US" sz="1600" dirty="0"/>
          </a:p>
        </p:txBody>
      </p:sp>
      <p:sp>
        <p:nvSpPr>
          <p:cNvPr id="109" name="TeamName"/>
          <p:cNvSpPr/>
          <p:nvPr/>
        </p:nvSpPr>
        <p:spPr>
          <a:xfrm>
            <a:off x="2710880" y="3420517"/>
            <a:ext cx="1105000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kern="0" dirty="0">
                <a:solidFill>
                  <a:srgbClr val="0F1B2E"/>
                </a:solidFill>
                <a:latin typeface="Arial Black" pitchFamily="34" charset="0"/>
              </a:rPr>
              <a:t>Lightning Hawks</a:t>
            </a:r>
            <a:endParaRPr lang="en-US" sz="1300" dirty="0"/>
          </a:p>
        </p:txBody>
      </p:sp>
      <p:sp>
        <p:nvSpPr>
          <p:cNvPr id="110" name="CardBG"/>
          <p:cNvSpPr/>
          <p:nvPr/>
        </p:nvSpPr>
        <p:spPr>
          <a:xfrm>
            <a:off x="5440680" y="1563920"/>
            <a:ext cx="2550000" cy="2450000"/>
          </a:xfrm>
          <a:prstGeom prst="rect">
            <a:avLst/>
          </a:prstGeom>
          <a:solidFill>
            <a:srgbClr val="FFFFFF"/>
          </a:solidFill>
          <a:ln w="9525">
            <a:solidFill>
              <a:srgbClr val="E5DFCE"/>
            </a:solidFill>
            <a:prstDash val="solid"/>
          </a:ln>
          <a:effectLst>
            <a:outerShdw blurRad="1270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111" name="CardStripe"/>
          <p:cNvSpPr/>
          <p:nvPr/>
        </p:nvSpPr>
        <p:spPr>
          <a:xfrm>
            <a:off x="5440680" y="1563920"/>
            <a:ext cx="2550000" cy="73152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112" name="Label"/>
          <p:cNvSpPr/>
          <p:nvPr/>
        </p:nvSpPr>
        <p:spPr>
          <a:xfrm>
            <a:off x="5623560" y="1728512"/>
            <a:ext cx="2184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600" dirty="0">
                <a:solidFill>
                  <a:srgbClr val="5B6573"/>
                </a:solidFill>
                <a:latin typeface="Arial" pitchFamily="34" charset="0"/>
              </a:rPr>
              <a:t>COURT 2</a:t>
            </a:r>
            <a:endParaRPr lang="en-US" sz="1000" dirty="0"/>
          </a:p>
        </p:txBody>
      </p:sp>
      <p:sp>
        <p:nvSpPr>
          <p:cNvPr id="113" name="Label"/>
          <p:cNvSpPr/>
          <p:nvPr/>
        </p:nvSpPr>
        <p:spPr>
          <a:xfrm>
            <a:off x="5623560" y="1728512"/>
            <a:ext cx="2184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kern="0" spc="600" dirty="0">
                <a:solidFill>
                  <a:srgbClr val="1D4ED8"/>
                </a:solidFill>
                <a:latin typeface="Arial" pitchFamily="34" charset="0"/>
              </a:rPr>
              <a:t>PW</a:t>
            </a:r>
            <a:endParaRPr lang="en-US" sz="1000" dirty="0"/>
          </a:p>
        </p:txBody>
      </p:sp>
      <p:pic>
        <p:nvPicPr>
          <p:cNvPr id="114" name="Jersey"/>
          <p:cNvPicPr>
            <a:picLocks noChangeAspect="1"/>
          </p:cNvPicPr>
          <p:nvPr/>
        </p:nvPicPr>
        <p:blipFill>
          <a:blip r:embed="rId4"/>
          <a:srcRect l="16071" t="10057" r="15179" b="8908"/>
          <a:stretch>
            <a:fillRect/>
          </a:stretch>
        </p:blipFill>
        <p:spPr>
          <a:xfrm>
            <a:off x="5500680" y="1997112"/>
            <a:ext cx="1105000" cy="1393405"/>
          </a:xfrm>
          <a:prstGeom prst="rect">
            <a:avLst/>
          </a:prstGeom>
        </p:spPr>
      </p:pic>
      <p:pic>
        <p:nvPicPr>
          <p:cNvPr id="115" name="Jersey"/>
          <p:cNvPicPr>
            <a:picLocks noChangeAspect="1"/>
          </p:cNvPicPr>
          <p:nvPr/>
        </p:nvPicPr>
        <p:blipFill>
          <a:blip r:embed="rId5"/>
          <a:srcRect l="15774" t="8621" r="15476" b="10057"/>
          <a:stretch>
            <a:fillRect/>
          </a:stretch>
        </p:blipFill>
        <p:spPr>
          <a:xfrm>
            <a:off x="6825680" y="1997112"/>
            <a:ext cx="1105000" cy="1393405"/>
          </a:xfrm>
          <a:prstGeom prst="rect">
            <a:avLst/>
          </a:prstGeom>
        </p:spPr>
      </p:pic>
      <p:sp>
        <p:nvSpPr>
          <p:cNvPr id="116" name="AtLabel"/>
          <p:cNvSpPr/>
          <p:nvPr/>
        </p:nvSpPr>
        <p:spPr>
          <a:xfrm>
            <a:off x="6605680" y="2583814"/>
            <a:ext cx="220000" cy="220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200" i="1" kern="0" spc="0" dirty="0">
                <a:solidFill>
                  <a:srgbClr val="5B6573"/>
                </a:solidFill>
                <a:latin typeface="Arial" pitchFamily="34" charset="0"/>
              </a:rPr>
              <a:t>vs</a:t>
            </a:r>
            <a:endParaRPr lang="en-US" sz="1200" dirty="0"/>
          </a:p>
        </p:txBody>
      </p:sp>
      <p:sp>
        <p:nvSpPr>
          <p:cNvPr id="117" name="TeamName"/>
          <p:cNvSpPr/>
          <p:nvPr/>
        </p:nvSpPr>
        <p:spPr>
          <a:xfrm>
            <a:off x="5500680" y="3420517"/>
            <a:ext cx="1105000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b="1" kern="0" dirty="0">
                <a:solidFill>
                  <a:srgbClr val="0F1B2E"/>
                </a:solidFill>
                <a:latin typeface="Arial Black" pitchFamily="34" charset="0"/>
              </a:rPr>
              <a:t>Team 5</a:t>
            </a:r>
            <a:endParaRPr lang="en-US" sz="1600" dirty="0"/>
          </a:p>
        </p:txBody>
      </p:sp>
      <p:sp>
        <p:nvSpPr>
          <p:cNvPr id="118" name="TeamName"/>
          <p:cNvSpPr/>
          <p:nvPr/>
        </p:nvSpPr>
        <p:spPr>
          <a:xfrm>
            <a:off x="6825680" y="3420517"/>
            <a:ext cx="1105000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kern="0" dirty="0">
                <a:solidFill>
                  <a:srgbClr val="0F1B2E"/>
                </a:solidFill>
                <a:latin typeface="Arial Black" pitchFamily="34" charset="0"/>
              </a:rPr>
              <a:t>Golden Knights</a:t>
            </a:r>
            <a:endParaRPr lang="en-US" sz="1300" dirty="0"/>
          </a:p>
        </p:txBody>
      </p:sp>
      <p:sp>
        <p:nvSpPr>
          <p:cNvPr id="57" name="HRBottom"/>
          <p:cNvSpPr/>
          <p:nvPr/>
        </p:nvSpPr>
        <p:spPr>
          <a:xfrm>
            <a:off x="365760" y="4828032"/>
            <a:ext cx="8412480" cy="0"/>
          </a:xfrm>
          <a:prstGeom prst="line">
            <a:avLst/>
          </a:prstGeom>
          <a:noFill/>
          <a:ln w="9525">
            <a:solidFill>
              <a:srgbClr val="C9BFA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8" name="FooterL"/>
          <p:cNvSpPr/>
          <p:nvPr/>
        </p:nvSpPr>
        <p:spPr>
          <a:xfrm>
            <a:off x="365760" y="489204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800" dirty="0">
                <a:solidFill>
                  <a:srgbClr val="0F1B2E"/>
                </a:solidFill>
                <a:latin typeface="Arial Black" pitchFamily="34" charset="0"/>
              </a:rPr>
              <a:t>WACC SPORTS</a:t>
            </a:r>
            <a:endParaRPr lang="en-US" sz="900" dirty="0"/>
          </a:p>
        </p:txBody>
      </p:sp>
      <p:sp>
        <p:nvSpPr>
          <p:cNvPr id="59" name="FooterR"/>
          <p:cNvSpPr/>
          <p:nvPr/>
        </p:nvSpPr>
        <p:spPr>
          <a:xfrm>
            <a:off x="5120640" y="489204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kern="0" spc="800" dirty="0">
                <a:solidFill>
                  <a:srgbClr val="5B6573"/>
                </a:solidFill>
                <a:latin typeface="Arial" pitchFamily="34" charset="0"/>
              </a:rPr>
              <a:t>SEPTEMBER 19, 2026</a:t>
            </a:r>
            <a:endParaRPr lang="en-US" sz="900" dirty="0"/>
          </a:p>
        </p:txBody>
      </p:sp>
      <p:pic>
        <p:nvPicPr>
          <p:cNvPr id="998" name="Image 0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046316" y="2254444"/>
            <a:ext cx="1032376" cy="1032376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me"/>
          <p:cNvSpPr/>
          <p:nvPr/>
        </p:nvSpPr>
        <p:spPr>
          <a:xfrm>
            <a:off x="365760" y="13716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kern="0" spc="100" dirty="0">
                <a:solidFill>
                  <a:srgbClr val="0F1B2E"/>
                </a:solidFill>
                <a:latin typeface="Arial Black" pitchFamily="34" charset="0"/>
              </a:rPr>
              <a:t>10 AM</a:t>
            </a:r>
            <a:endParaRPr lang="en-US" sz="3000" dirty="0"/>
          </a:p>
        </p:txBody>
      </p:sp>
      <p:grpSp>
        <p:nvGrpSpPr>
          <p:cNvPr id="60" name="PillGroup"/>
          <p:cNvGrpSpPr/>
          <p:nvPr/>
        </p:nvGrpSpPr>
        <p:grpSpPr>
          <a:xfrm>
            <a:off x="2838288" y="192416"/>
            <a:ext cx="3467425" cy="429768"/>
            <a:chOff x="2838288" y="114301"/>
            <a:chExt cx="3467425" cy="429768"/>
          </a:xfrm>
        </p:grpSpPr>
        <p:sp>
          <p:nvSpPr>
            <p:cNvPr id="3" name="Pill"/>
            <p:cNvSpPr/>
            <p:nvPr/>
          </p:nvSpPr>
          <p:spPr>
            <a:xfrm>
              <a:off x="2838288" y="114301"/>
              <a:ext cx="3467425" cy="429768"/>
            </a:xfrm>
            <a:prstGeom prst="roundRect">
              <a:avLst>
                <a:gd name="adj" fmla="val 50000"/>
              </a:avLst>
            </a:prstGeom>
            <a:solidFill>
              <a:srgbClr val="1D4ED8"/>
            </a:solidFill>
            <a:ln w="12700">
              <a:solidFill>
                <a:srgbClr val="1D4ED8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PillText"/>
            <p:cNvSpPr/>
            <p:nvPr/>
          </p:nvSpPr>
          <p:spPr>
            <a:xfrm>
              <a:off x="3050073" y="164616"/>
              <a:ext cx="3150000" cy="310896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/>
              <a:r>
                <a:rPr lang="en-US" sz="1100" b="1" kern="0" spc="600" dirty="0">
                  <a:solidFill>
                    <a:srgbClr val="FFFFFF"/>
                  </a:solidFill>
                  <a:latin typeface="Arial Black" pitchFamily="34" charset="0"/>
                </a:rPr>
                <a:t>MINOR BOYS</a:t>
              </a:r>
              <a:endParaRPr lang="en-US" sz="1100" dirty="0"/>
            </a:p>
          </p:txBody>
        </p:sp>
      </p:grpSp>
      <p:sp>
        <p:nvSpPr>
          <p:cNvPr id="6" name="HRTop"/>
          <p:cNvSpPr/>
          <p:nvPr/>
        </p:nvSpPr>
        <p:spPr>
          <a:xfrm>
            <a:off x="365760" y="713232"/>
            <a:ext cx="8412480" cy="0"/>
          </a:xfrm>
          <a:prstGeom prst="line">
            <a:avLst/>
          </a:prstGeom>
          <a:noFill/>
          <a:ln w="9525">
            <a:solidFill>
              <a:srgbClr val="C9BFA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CourtRect"/>
          <p:cNvSpPr/>
          <p:nvPr/>
        </p:nvSpPr>
        <p:spPr>
          <a:xfrm>
            <a:off x="457200" y="914400"/>
            <a:ext cx="8229600" cy="3749040"/>
          </a:xfrm>
          <a:prstGeom prst="rect">
            <a:avLst/>
          </a:prstGeom>
          <a:ln w="19050">
            <a:solidFill>
              <a:srgbClr val="28324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01" name="HalfCourtTop"/>
          <p:cNvSpPr/>
          <p:nvPr/>
        </p:nvSpPr>
        <p:spPr>
          <a:xfrm>
            <a:off x="4572000" y="914400"/>
            <a:ext cx="0" cy="1340131"/>
          </a:xfrm>
          <a:prstGeom prst="line">
            <a:avLst/>
          </a:prstGeom>
          <a:noFill/>
          <a:ln w="15875">
            <a:solidFill>
              <a:srgbClr val="28324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02" name="HalfCourtBottom"/>
          <p:cNvSpPr/>
          <p:nvPr/>
        </p:nvSpPr>
        <p:spPr>
          <a:xfrm>
            <a:off x="4572000" y="3286733"/>
            <a:ext cx="0" cy="1376707"/>
          </a:xfrm>
          <a:prstGeom prst="line">
            <a:avLst/>
          </a:prstGeom>
          <a:noFill/>
          <a:ln w="15875">
            <a:solidFill>
              <a:srgbClr val="28324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LSquareL"/>
          <p:cNvSpPr/>
          <p:nvPr/>
        </p:nvSpPr>
        <p:spPr>
          <a:xfrm>
            <a:off x="457200" y="1889150"/>
            <a:ext cx="1728216" cy="1799539"/>
          </a:xfrm>
          <a:prstGeom prst="rect">
            <a:avLst/>
          </a:prstGeom>
          <a:ln w="15875">
            <a:solidFill>
              <a:srgbClr val="28324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LCircleL"/>
          <p:cNvSpPr/>
          <p:nvPr/>
        </p:nvSpPr>
        <p:spPr>
          <a:xfrm>
            <a:off x="1321637" y="1925141"/>
            <a:ext cx="1727558" cy="1727558"/>
          </a:xfrm>
          <a:prstGeom prst="ellipse">
            <a:avLst/>
          </a:prstGeom>
          <a:ln w="15875">
            <a:solidFill>
              <a:srgbClr val="283241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12" name="LMaskL"/>
          <p:cNvSpPr/>
          <p:nvPr/>
        </p:nvSpPr>
        <p:spPr>
          <a:xfrm>
            <a:off x="1312493" y="1879421"/>
            <a:ext cx="882067" cy="181899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LSquareLOver"/>
          <p:cNvSpPr/>
          <p:nvPr/>
        </p:nvSpPr>
        <p:spPr>
          <a:xfrm>
            <a:off x="457200" y="1889150"/>
            <a:ext cx="1728216" cy="1799539"/>
          </a:xfrm>
          <a:prstGeom prst="rect">
            <a:avLst/>
          </a:prstGeom>
          <a:ln w="15875">
            <a:solidFill>
              <a:srgbClr val="28324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RSquareR"/>
          <p:cNvSpPr/>
          <p:nvPr/>
        </p:nvSpPr>
        <p:spPr>
          <a:xfrm>
            <a:off x="6958584" y="1889150"/>
            <a:ext cx="1728216" cy="1799539"/>
          </a:xfrm>
          <a:prstGeom prst="rect">
            <a:avLst/>
          </a:prstGeom>
          <a:ln w="15875">
            <a:solidFill>
              <a:srgbClr val="28324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RCircleR"/>
          <p:cNvSpPr/>
          <p:nvPr/>
        </p:nvSpPr>
        <p:spPr>
          <a:xfrm>
            <a:off x="6094805" y="1925141"/>
            <a:ext cx="1727558" cy="1727558"/>
          </a:xfrm>
          <a:prstGeom prst="ellipse">
            <a:avLst/>
          </a:prstGeom>
          <a:ln w="15875">
            <a:solidFill>
              <a:srgbClr val="283241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26" name="RMaskR"/>
          <p:cNvSpPr/>
          <p:nvPr/>
        </p:nvSpPr>
        <p:spPr>
          <a:xfrm>
            <a:off x="6958584" y="1879421"/>
            <a:ext cx="882067" cy="181899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RSquareROver"/>
          <p:cNvSpPr/>
          <p:nvPr/>
        </p:nvSpPr>
        <p:spPr>
          <a:xfrm>
            <a:off x="6958584" y="1889150"/>
            <a:ext cx="1728216" cy="1799539"/>
          </a:xfrm>
          <a:prstGeom prst="rect">
            <a:avLst/>
          </a:prstGeom>
          <a:ln w="15875">
            <a:solidFill>
              <a:srgbClr val="28324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1" name="CardBG"/>
          <p:cNvSpPr/>
          <p:nvPr/>
        </p:nvSpPr>
        <p:spPr>
          <a:xfrm>
            <a:off x="1325880" y="1563920"/>
            <a:ext cx="2550000" cy="2450000"/>
          </a:xfrm>
          <a:prstGeom prst="rect">
            <a:avLst/>
          </a:prstGeom>
          <a:solidFill>
            <a:srgbClr val="FFFFFF"/>
          </a:solidFill>
          <a:ln w="9525">
            <a:solidFill>
              <a:srgbClr val="E5DFCE"/>
            </a:solidFill>
            <a:prstDash val="solid"/>
          </a:ln>
          <a:effectLst>
            <a:outerShdw blurRad="1270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102" name="CardStripe"/>
          <p:cNvSpPr/>
          <p:nvPr/>
        </p:nvSpPr>
        <p:spPr>
          <a:xfrm>
            <a:off x="1325880" y="1563920"/>
            <a:ext cx="2550000" cy="73152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103" name="Label"/>
          <p:cNvSpPr/>
          <p:nvPr/>
        </p:nvSpPr>
        <p:spPr>
          <a:xfrm>
            <a:off x="1508760" y="1728512"/>
            <a:ext cx="2184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600" dirty="0">
                <a:solidFill>
                  <a:srgbClr val="5B6573"/>
                </a:solidFill>
                <a:latin typeface="Arial" pitchFamily="34" charset="0"/>
              </a:rPr>
              <a:t>COURT 1</a:t>
            </a:r>
            <a:endParaRPr lang="en-US" sz="1000" dirty="0"/>
          </a:p>
        </p:txBody>
      </p:sp>
      <p:sp>
        <p:nvSpPr>
          <p:cNvPr id="104" name="Label"/>
          <p:cNvSpPr/>
          <p:nvPr/>
        </p:nvSpPr>
        <p:spPr>
          <a:xfrm>
            <a:off x="1508760" y="1728512"/>
            <a:ext cx="2184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kern="0" spc="600" dirty="0">
                <a:solidFill>
                  <a:srgbClr val="1D4ED8"/>
                </a:solidFill>
                <a:latin typeface="Arial" pitchFamily="34" charset="0"/>
              </a:rPr>
              <a:t>MB</a:t>
            </a:r>
            <a:endParaRPr lang="en-US" sz="1000" dirty="0"/>
          </a:p>
        </p:txBody>
      </p:sp>
      <p:pic>
        <p:nvPicPr>
          <p:cNvPr id="105" name="Jersey"/>
          <p:cNvPicPr>
            <a:picLocks noChangeAspect="1"/>
          </p:cNvPicPr>
          <p:nvPr/>
        </p:nvPicPr>
        <p:blipFill>
          <a:blip r:embed="rId2"/>
          <a:srcRect l="16071" t="10057" r="14881" b="8908"/>
          <a:stretch>
            <a:fillRect/>
          </a:stretch>
        </p:blipFill>
        <p:spPr>
          <a:xfrm>
            <a:off x="1385880" y="1997112"/>
            <a:ext cx="1105000" cy="1393405"/>
          </a:xfrm>
          <a:prstGeom prst="rect">
            <a:avLst/>
          </a:prstGeom>
        </p:spPr>
      </p:pic>
      <p:pic>
        <p:nvPicPr>
          <p:cNvPr id="106" name="Jersey"/>
          <p:cNvPicPr>
            <a:picLocks noChangeAspect="1"/>
          </p:cNvPicPr>
          <p:nvPr/>
        </p:nvPicPr>
        <p:blipFill>
          <a:blip r:embed="rId3"/>
          <a:srcRect l="15476" t="8908" r="15476" b="10057"/>
          <a:stretch>
            <a:fillRect/>
          </a:stretch>
        </p:blipFill>
        <p:spPr>
          <a:xfrm>
            <a:off x="2710880" y="1997112"/>
            <a:ext cx="1105000" cy="1393405"/>
          </a:xfrm>
          <a:prstGeom prst="rect">
            <a:avLst/>
          </a:prstGeom>
        </p:spPr>
      </p:pic>
      <p:sp>
        <p:nvSpPr>
          <p:cNvPr id="107" name="AtLabel"/>
          <p:cNvSpPr/>
          <p:nvPr/>
        </p:nvSpPr>
        <p:spPr>
          <a:xfrm>
            <a:off x="2490880" y="2583814"/>
            <a:ext cx="220000" cy="220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200" i="1" kern="0" spc="0" dirty="0">
                <a:solidFill>
                  <a:srgbClr val="5B6573"/>
                </a:solidFill>
                <a:latin typeface="Arial" pitchFamily="34" charset="0"/>
              </a:rPr>
              <a:t>vs</a:t>
            </a:r>
            <a:endParaRPr lang="en-US" sz="1200" dirty="0"/>
          </a:p>
        </p:txBody>
      </p:sp>
      <p:sp>
        <p:nvSpPr>
          <p:cNvPr id="108" name="TeamName"/>
          <p:cNvSpPr/>
          <p:nvPr/>
        </p:nvSpPr>
        <p:spPr>
          <a:xfrm>
            <a:off x="1385880" y="3420517"/>
            <a:ext cx="1105000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b="1" kern="0" dirty="0">
                <a:solidFill>
                  <a:srgbClr val="0F1B2E"/>
                </a:solidFill>
                <a:latin typeface="Arial Black" pitchFamily="34" charset="0"/>
              </a:rPr>
              <a:t>Team 4</a:t>
            </a:r>
            <a:endParaRPr lang="en-US" sz="1600" dirty="0"/>
          </a:p>
        </p:txBody>
      </p:sp>
      <p:sp>
        <p:nvSpPr>
          <p:cNvPr id="109" name="TeamName"/>
          <p:cNvSpPr/>
          <p:nvPr/>
        </p:nvSpPr>
        <p:spPr>
          <a:xfrm>
            <a:off x="2710880" y="3420517"/>
            <a:ext cx="1105000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kern="0" dirty="0">
                <a:solidFill>
                  <a:srgbClr val="0F1B2E"/>
                </a:solidFill>
                <a:latin typeface="Arial Black" pitchFamily="34" charset="0"/>
              </a:rPr>
              <a:t>Pink Doughnuts</a:t>
            </a:r>
            <a:endParaRPr lang="en-US" sz="1300" dirty="0"/>
          </a:p>
        </p:txBody>
      </p:sp>
      <p:sp>
        <p:nvSpPr>
          <p:cNvPr id="110" name="CardBG"/>
          <p:cNvSpPr/>
          <p:nvPr/>
        </p:nvSpPr>
        <p:spPr>
          <a:xfrm>
            <a:off x="5440680" y="1563920"/>
            <a:ext cx="2550000" cy="2450000"/>
          </a:xfrm>
          <a:prstGeom prst="rect">
            <a:avLst/>
          </a:prstGeom>
          <a:solidFill>
            <a:srgbClr val="FFFFFF"/>
          </a:solidFill>
          <a:ln w="9525">
            <a:solidFill>
              <a:srgbClr val="E5DFCE"/>
            </a:solidFill>
            <a:prstDash val="solid"/>
          </a:ln>
          <a:effectLst>
            <a:outerShdw blurRad="1270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111" name="CardStripe"/>
          <p:cNvSpPr/>
          <p:nvPr/>
        </p:nvSpPr>
        <p:spPr>
          <a:xfrm>
            <a:off x="5440680" y="1563920"/>
            <a:ext cx="2550000" cy="73152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112" name="Label"/>
          <p:cNvSpPr/>
          <p:nvPr/>
        </p:nvSpPr>
        <p:spPr>
          <a:xfrm>
            <a:off x="5623560" y="1728512"/>
            <a:ext cx="2184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600" dirty="0">
                <a:solidFill>
                  <a:srgbClr val="5B6573"/>
                </a:solidFill>
                <a:latin typeface="Arial" pitchFamily="34" charset="0"/>
              </a:rPr>
              <a:t>COURT 2</a:t>
            </a:r>
            <a:endParaRPr lang="en-US" sz="1000" dirty="0"/>
          </a:p>
        </p:txBody>
      </p:sp>
      <p:sp>
        <p:nvSpPr>
          <p:cNvPr id="113" name="Label"/>
          <p:cNvSpPr/>
          <p:nvPr/>
        </p:nvSpPr>
        <p:spPr>
          <a:xfrm>
            <a:off x="5623560" y="1728512"/>
            <a:ext cx="2184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kern="0" spc="600" dirty="0">
                <a:solidFill>
                  <a:srgbClr val="1D4ED8"/>
                </a:solidFill>
                <a:latin typeface="Arial" pitchFamily="34" charset="0"/>
              </a:rPr>
              <a:t>MB</a:t>
            </a:r>
            <a:endParaRPr lang="en-US" sz="1000" dirty="0"/>
          </a:p>
        </p:txBody>
      </p:sp>
      <p:pic>
        <p:nvPicPr>
          <p:cNvPr id="114" name="Jersey"/>
          <p:cNvPicPr>
            <a:picLocks noChangeAspect="1"/>
          </p:cNvPicPr>
          <p:nvPr/>
        </p:nvPicPr>
        <p:blipFill>
          <a:blip r:embed="rId4"/>
          <a:srcRect l="16071" t="10057" r="15179" b="8908"/>
          <a:stretch>
            <a:fillRect/>
          </a:stretch>
        </p:blipFill>
        <p:spPr>
          <a:xfrm>
            <a:off x="5500680" y="1997112"/>
            <a:ext cx="1105000" cy="1393405"/>
          </a:xfrm>
          <a:prstGeom prst="rect">
            <a:avLst/>
          </a:prstGeom>
        </p:spPr>
      </p:pic>
      <p:pic>
        <p:nvPicPr>
          <p:cNvPr id="115" name="Jersey"/>
          <p:cNvPicPr>
            <a:picLocks noChangeAspect="1"/>
          </p:cNvPicPr>
          <p:nvPr/>
        </p:nvPicPr>
        <p:blipFill>
          <a:blip r:embed="rId5"/>
          <a:srcRect l="15774" t="8621" r="15476" b="10057"/>
          <a:stretch>
            <a:fillRect/>
          </a:stretch>
        </p:blipFill>
        <p:spPr>
          <a:xfrm>
            <a:off x="6825680" y="1997112"/>
            <a:ext cx="1105000" cy="1393405"/>
          </a:xfrm>
          <a:prstGeom prst="rect">
            <a:avLst/>
          </a:prstGeom>
        </p:spPr>
      </p:pic>
      <p:sp>
        <p:nvSpPr>
          <p:cNvPr id="116" name="AtLabel"/>
          <p:cNvSpPr/>
          <p:nvPr/>
        </p:nvSpPr>
        <p:spPr>
          <a:xfrm>
            <a:off x="6605680" y="2583814"/>
            <a:ext cx="220000" cy="220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200" i="1" kern="0" spc="0" dirty="0">
                <a:solidFill>
                  <a:srgbClr val="5B6573"/>
                </a:solidFill>
                <a:latin typeface="Arial" pitchFamily="34" charset="0"/>
              </a:rPr>
              <a:t>vs</a:t>
            </a:r>
            <a:endParaRPr lang="en-US" sz="1200" dirty="0"/>
          </a:p>
        </p:txBody>
      </p:sp>
      <p:sp>
        <p:nvSpPr>
          <p:cNvPr id="117" name="TeamName"/>
          <p:cNvSpPr/>
          <p:nvPr/>
        </p:nvSpPr>
        <p:spPr>
          <a:xfrm>
            <a:off x="5500680" y="3420517"/>
            <a:ext cx="1105000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b="1" kern="0" dirty="0">
                <a:solidFill>
                  <a:srgbClr val="0F1B2E"/>
                </a:solidFill>
                <a:latin typeface="Arial Black" pitchFamily="34" charset="0"/>
              </a:rPr>
              <a:t>Team 3</a:t>
            </a:r>
            <a:endParaRPr lang="en-US" sz="1600" dirty="0"/>
          </a:p>
        </p:txBody>
      </p:sp>
      <p:sp>
        <p:nvSpPr>
          <p:cNvPr id="118" name="TeamName"/>
          <p:cNvSpPr/>
          <p:nvPr/>
        </p:nvSpPr>
        <p:spPr>
          <a:xfrm>
            <a:off x="6825680" y="3420517"/>
            <a:ext cx="1105000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b="1" kern="0" dirty="0">
                <a:solidFill>
                  <a:srgbClr val="0F1B2E"/>
                </a:solidFill>
                <a:latin typeface="Arial Black" pitchFamily="34" charset="0"/>
              </a:rPr>
              <a:t>Minions</a:t>
            </a:r>
            <a:endParaRPr lang="en-US" sz="1600" dirty="0"/>
          </a:p>
        </p:txBody>
      </p:sp>
      <p:sp>
        <p:nvSpPr>
          <p:cNvPr id="57" name="HRBottom"/>
          <p:cNvSpPr/>
          <p:nvPr/>
        </p:nvSpPr>
        <p:spPr>
          <a:xfrm>
            <a:off x="365760" y="4828032"/>
            <a:ext cx="8412480" cy="0"/>
          </a:xfrm>
          <a:prstGeom prst="line">
            <a:avLst/>
          </a:prstGeom>
          <a:noFill/>
          <a:ln w="9525">
            <a:solidFill>
              <a:srgbClr val="C9BFA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8" name="FooterL"/>
          <p:cNvSpPr/>
          <p:nvPr/>
        </p:nvSpPr>
        <p:spPr>
          <a:xfrm>
            <a:off x="365760" y="489204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800" dirty="0">
                <a:solidFill>
                  <a:srgbClr val="0F1B2E"/>
                </a:solidFill>
                <a:latin typeface="Arial Black" pitchFamily="34" charset="0"/>
              </a:rPr>
              <a:t>WACC SPORTS</a:t>
            </a:r>
            <a:endParaRPr lang="en-US" sz="900" dirty="0"/>
          </a:p>
        </p:txBody>
      </p:sp>
      <p:sp>
        <p:nvSpPr>
          <p:cNvPr id="59" name="FooterR"/>
          <p:cNvSpPr/>
          <p:nvPr/>
        </p:nvSpPr>
        <p:spPr>
          <a:xfrm>
            <a:off x="5120640" y="489204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kern="0" spc="800" dirty="0">
                <a:solidFill>
                  <a:srgbClr val="5B6573"/>
                </a:solidFill>
                <a:latin typeface="Arial" pitchFamily="34" charset="0"/>
              </a:rPr>
              <a:t>SEPTEMBER 19, 2026</a:t>
            </a:r>
            <a:endParaRPr lang="en-US" sz="900" dirty="0"/>
          </a:p>
        </p:txBody>
      </p:sp>
      <p:pic>
        <p:nvPicPr>
          <p:cNvPr id="998" name="Image 0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046316" y="2254444"/>
            <a:ext cx="1032376" cy="1032376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me"/>
          <p:cNvSpPr/>
          <p:nvPr/>
        </p:nvSpPr>
        <p:spPr>
          <a:xfrm>
            <a:off x="365760" y="13716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kern="0" spc="100" dirty="0">
                <a:solidFill>
                  <a:srgbClr val="0F1B2E"/>
                </a:solidFill>
                <a:latin typeface="Arial Black" pitchFamily="34" charset="0"/>
              </a:rPr>
              <a:t>11 AM</a:t>
            </a:r>
            <a:endParaRPr lang="en-US" sz="3000" dirty="0"/>
          </a:p>
        </p:txBody>
      </p:sp>
      <p:grpSp>
        <p:nvGrpSpPr>
          <p:cNvPr id="60" name="PillGroup"/>
          <p:cNvGrpSpPr/>
          <p:nvPr/>
        </p:nvGrpSpPr>
        <p:grpSpPr>
          <a:xfrm>
            <a:off x="2838288" y="192416"/>
            <a:ext cx="3467425" cy="429768"/>
            <a:chOff x="2838288" y="114301"/>
            <a:chExt cx="3467425" cy="429768"/>
          </a:xfrm>
        </p:grpSpPr>
        <p:sp>
          <p:nvSpPr>
            <p:cNvPr id="3" name="Pill"/>
            <p:cNvSpPr/>
            <p:nvPr/>
          </p:nvSpPr>
          <p:spPr>
            <a:xfrm>
              <a:off x="2838288" y="114301"/>
              <a:ext cx="3467425" cy="429768"/>
            </a:xfrm>
            <a:prstGeom prst="roundRect">
              <a:avLst>
                <a:gd name="adj" fmla="val 50000"/>
              </a:avLst>
            </a:prstGeom>
            <a:solidFill>
              <a:srgbClr val="1D4ED8"/>
            </a:solidFill>
            <a:ln w="12700">
              <a:solidFill>
                <a:srgbClr val="1D4ED8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PillText"/>
            <p:cNvSpPr/>
            <p:nvPr/>
          </p:nvSpPr>
          <p:spPr>
            <a:xfrm>
              <a:off x="3050073" y="164616"/>
              <a:ext cx="3150000" cy="310896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/>
              <a:r>
                <a:rPr lang="en-US" sz="1100" b="1" kern="0" spc="600" dirty="0">
                  <a:solidFill>
                    <a:srgbClr val="FFFFFF"/>
                  </a:solidFill>
                  <a:latin typeface="Arial Black" pitchFamily="34" charset="0"/>
                </a:rPr>
                <a:t>MINOR GIRLS</a:t>
              </a:r>
              <a:endParaRPr lang="en-US" sz="1100" dirty="0"/>
            </a:p>
          </p:txBody>
        </p:sp>
      </p:grpSp>
      <p:sp>
        <p:nvSpPr>
          <p:cNvPr id="6" name="HRTop"/>
          <p:cNvSpPr/>
          <p:nvPr/>
        </p:nvSpPr>
        <p:spPr>
          <a:xfrm>
            <a:off x="365760" y="713232"/>
            <a:ext cx="8412480" cy="0"/>
          </a:xfrm>
          <a:prstGeom prst="line">
            <a:avLst/>
          </a:prstGeom>
          <a:noFill/>
          <a:ln w="9525">
            <a:solidFill>
              <a:srgbClr val="C9BFA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CourtRect"/>
          <p:cNvSpPr/>
          <p:nvPr/>
        </p:nvSpPr>
        <p:spPr>
          <a:xfrm>
            <a:off x="457200" y="914400"/>
            <a:ext cx="8229600" cy="3749040"/>
          </a:xfrm>
          <a:prstGeom prst="rect">
            <a:avLst/>
          </a:prstGeom>
          <a:ln w="19050">
            <a:solidFill>
              <a:srgbClr val="28324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01" name="HalfCourtTop"/>
          <p:cNvSpPr/>
          <p:nvPr/>
        </p:nvSpPr>
        <p:spPr>
          <a:xfrm>
            <a:off x="4572000" y="914400"/>
            <a:ext cx="0" cy="1340131"/>
          </a:xfrm>
          <a:prstGeom prst="line">
            <a:avLst/>
          </a:prstGeom>
          <a:noFill/>
          <a:ln w="15875">
            <a:solidFill>
              <a:srgbClr val="28324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02" name="HalfCourtBottom"/>
          <p:cNvSpPr/>
          <p:nvPr/>
        </p:nvSpPr>
        <p:spPr>
          <a:xfrm>
            <a:off x="4572000" y="3286733"/>
            <a:ext cx="0" cy="1376707"/>
          </a:xfrm>
          <a:prstGeom prst="line">
            <a:avLst/>
          </a:prstGeom>
          <a:noFill/>
          <a:ln w="15875">
            <a:solidFill>
              <a:srgbClr val="28324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LSquareL"/>
          <p:cNvSpPr/>
          <p:nvPr/>
        </p:nvSpPr>
        <p:spPr>
          <a:xfrm>
            <a:off x="457200" y="1889150"/>
            <a:ext cx="1728216" cy="1799539"/>
          </a:xfrm>
          <a:prstGeom prst="rect">
            <a:avLst/>
          </a:prstGeom>
          <a:ln w="15875">
            <a:solidFill>
              <a:srgbClr val="28324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LCircleL"/>
          <p:cNvSpPr/>
          <p:nvPr/>
        </p:nvSpPr>
        <p:spPr>
          <a:xfrm>
            <a:off x="1321637" y="1925141"/>
            <a:ext cx="1727558" cy="1727558"/>
          </a:xfrm>
          <a:prstGeom prst="ellipse">
            <a:avLst/>
          </a:prstGeom>
          <a:ln w="15875">
            <a:solidFill>
              <a:srgbClr val="283241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12" name="LMaskL"/>
          <p:cNvSpPr/>
          <p:nvPr/>
        </p:nvSpPr>
        <p:spPr>
          <a:xfrm>
            <a:off x="1312493" y="1879421"/>
            <a:ext cx="882067" cy="181899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LSquareLOver"/>
          <p:cNvSpPr/>
          <p:nvPr/>
        </p:nvSpPr>
        <p:spPr>
          <a:xfrm>
            <a:off x="457200" y="1889150"/>
            <a:ext cx="1728216" cy="1799539"/>
          </a:xfrm>
          <a:prstGeom prst="rect">
            <a:avLst/>
          </a:prstGeom>
          <a:ln w="15875">
            <a:solidFill>
              <a:srgbClr val="28324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RSquareR"/>
          <p:cNvSpPr/>
          <p:nvPr/>
        </p:nvSpPr>
        <p:spPr>
          <a:xfrm>
            <a:off x="6958584" y="1889150"/>
            <a:ext cx="1728216" cy="1799539"/>
          </a:xfrm>
          <a:prstGeom prst="rect">
            <a:avLst/>
          </a:prstGeom>
          <a:ln w="15875">
            <a:solidFill>
              <a:srgbClr val="28324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RCircleR"/>
          <p:cNvSpPr/>
          <p:nvPr/>
        </p:nvSpPr>
        <p:spPr>
          <a:xfrm>
            <a:off x="6094805" y="1925141"/>
            <a:ext cx="1727558" cy="1727558"/>
          </a:xfrm>
          <a:prstGeom prst="ellipse">
            <a:avLst/>
          </a:prstGeom>
          <a:ln w="15875">
            <a:solidFill>
              <a:srgbClr val="283241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26" name="RMaskR"/>
          <p:cNvSpPr/>
          <p:nvPr/>
        </p:nvSpPr>
        <p:spPr>
          <a:xfrm>
            <a:off x="6958584" y="1879421"/>
            <a:ext cx="882067" cy="181899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RSquareROver"/>
          <p:cNvSpPr/>
          <p:nvPr/>
        </p:nvSpPr>
        <p:spPr>
          <a:xfrm>
            <a:off x="6958584" y="1889150"/>
            <a:ext cx="1728216" cy="1799539"/>
          </a:xfrm>
          <a:prstGeom prst="rect">
            <a:avLst/>
          </a:prstGeom>
          <a:ln w="15875">
            <a:solidFill>
              <a:srgbClr val="28324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1" name="CardBG"/>
          <p:cNvSpPr/>
          <p:nvPr/>
        </p:nvSpPr>
        <p:spPr>
          <a:xfrm>
            <a:off x="5440680" y="1563920"/>
            <a:ext cx="2550000" cy="2450000"/>
          </a:xfrm>
          <a:prstGeom prst="rect">
            <a:avLst/>
          </a:prstGeom>
          <a:solidFill>
            <a:srgbClr val="FFFFFF"/>
          </a:solidFill>
          <a:ln w="9525">
            <a:solidFill>
              <a:srgbClr val="E5DFCE"/>
            </a:solidFill>
            <a:prstDash val="solid"/>
          </a:ln>
          <a:effectLst>
            <a:outerShdw blurRad="1270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102" name="CardStripe"/>
          <p:cNvSpPr/>
          <p:nvPr/>
        </p:nvSpPr>
        <p:spPr>
          <a:xfrm>
            <a:off x="5440680" y="1563920"/>
            <a:ext cx="2550000" cy="73152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pic>
        <p:nvPicPr>
          <p:cNvPr id="105" name="Jersey"/>
          <p:cNvPicPr>
            <a:picLocks noChangeAspect="1"/>
          </p:cNvPicPr>
          <p:nvPr/>
        </p:nvPicPr>
        <p:blipFill>
          <a:blip r:embed="rId2"/>
          <a:srcRect l="15179" t="8908" r="15179" b="9770"/>
          <a:stretch>
            <a:fillRect/>
          </a:stretch>
        </p:blipFill>
        <p:spPr>
          <a:xfrm>
            <a:off x="5500680" y="1997112"/>
            <a:ext cx="1105000" cy="1393405"/>
          </a:xfrm>
          <a:prstGeom prst="rect">
            <a:avLst/>
          </a:prstGeom>
        </p:spPr>
      </p:pic>
      <p:pic>
        <p:nvPicPr>
          <p:cNvPr id="106" name="Jersey"/>
          <p:cNvPicPr>
            <a:picLocks noChangeAspect="1"/>
          </p:cNvPicPr>
          <p:nvPr/>
        </p:nvPicPr>
        <p:blipFill>
          <a:blip r:embed="rId3"/>
          <a:srcRect l="15774" t="8621" r="15476" b="10057"/>
          <a:stretch>
            <a:fillRect/>
          </a:stretch>
        </p:blipFill>
        <p:spPr>
          <a:xfrm>
            <a:off x="6825680" y="1997112"/>
            <a:ext cx="1105000" cy="1393405"/>
          </a:xfrm>
          <a:prstGeom prst="rect">
            <a:avLst/>
          </a:prstGeom>
        </p:spPr>
      </p:pic>
      <p:sp>
        <p:nvSpPr>
          <p:cNvPr id="107" name="AtLabel"/>
          <p:cNvSpPr/>
          <p:nvPr/>
        </p:nvSpPr>
        <p:spPr>
          <a:xfrm>
            <a:off x="6605680" y="2583814"/>
            <a:ext cx="220000" cy="220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200" i="1" kern="0" spc="0" dirty="0">
                <a:solidFill>
                  <a:srgbClr val="5B6573"/>
                </a:solidFill>
                <a:latin typeface="Arial" pitchFamily="34" charset="0"/>
              </a:rPr>
              <a:t>vs</a:t>
            </a:r>
            <a:endParaRPr lang="en-US" sz="1200" dirty="0"/>
          </a:p>
        </p:txBody>
      </p:sp>
      <p:sp>
        <p:nvSpPr>
          <p:cNvPr id="108" name="TeamName"/>
          <p:cNvSpPr/>
          <p:nvPr/>
        </p:nvSpPr>
        <p:spPr>
          <a:xfrm>
            <a:off x="5500680" y="3420517"/>
            <a:ext cx="1105000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kern="0" dirty="0">
                <a:solidFill>
                  <a:srgbClr val="0F1B2E"/>
                </a:solidFill>
                <a:latin typeface="Arial Black" pitchFamily="34" charset="0"/>
              </a:rPr>
              <a:t>Team Cat Girls</a:t>
            </a:r>
            <a:endParaRPr lang="en-US" sz="1300" dirty="0"/>
          </a:p>
        </p:txBody>
      </p:sp>
      <p:sp>
        <p:nvSpPr>
          <p:cNvPr id="109" name="TeamName"/>
          <p:cNvSpPr/>
          <p:nvPr/>
        </p:nvSpPr>
        <p:spPr>
          <a:xfrm>
            <a:off x="6825680" y="3420517"/>
            <a:ext cx="1105000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b="1" kern="0" dirty="0">
                <a:solidFill>
                  <a:srgbClr val="0F1B2E"/>
                </a:solidFill>
                <a:latin typeface="Arial Black" pitchFamily="34" charset="0"/>
              </a:rPr>
              <a:t>Team 1</a:t>
            </a:r>
            <a:endParaRPr lang="en-US" sz="1600" dirty="0"/>
          </a:p>
        </p:txBody>
      </p:sp>
      <p:sp>
        <p:nvSpPr>
          <p:cNvPr id="110" name="CardBG"/>
          <p:cNvSpPr/>
          <p:nvPr/>
        </p:nvSpPr>
        <p:spPr>
          <a:xfrm>
            <a:off x="1325880" y="1563920"/>
            <a:ext cx="2550000" cy="2450000"/>
          </a:xfrm>
          <a:prstGeom prst="rect">
            <a:avLst/>
          </a:prstGeom>
          <a:solidFill>
            <a:srgbClr val="FFFFFF"/>
          </a:solidFill>
          <a:ln w="9525">
            <a:solidFill>
              <a:srgbClr val="E5DFCE"/>
            </a:solidFill>
            <a:prstDash val="solid"/>
          </a:ln>
          <a:effectLst>
            <a:outerShdw blurRad="1270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111" name="CardStripe"/>
          <p:cNvSpPr/>
          <p:nvPr/>
        </p:nvSpPr>
        <p:spPr>
          <a:xfrm>
            <a:off x="1325880" y="1563920"/>
            <a:ext cx="2550000" cy="73152"/>
          </a:xfrm>
          <a:prstGeom prst="rect">
            <a:avLst/>
          </a:prstGeom>
          <a:solidFill>
            <a:srgbClr val="A0A7B4"/>
          </a:solidFill>
          <a:ln w="12700">
            <a:solidFill>
              <a:srgbClr val="A0A7B4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114" name="NoGameTitle"/>
          <p:cNvSpPr/>
          <p:nvPr/>
        </p:nvSpPr>
        <p:spPr>
          <a:xfrm>
            <a:off x="1576752" y="2456479"/>
            <a:ext cx="20482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9AA1AC"/>
                </a:solidFill>
                <a:latin typeface="Arial Black" pitchFamily="34" charset="0"/>
              </a:rPr>
              <a:t>NO GAME</a:t>
            </a:r>
            <a:endParaRPr lang="en-US" sz="1600" dirty="0"/>
          </a:p>
        </p:txBody>
      </p:sp>
      <p:sp>
        <p:nvSpPr>
          <p:cNvPr id="115" name="NoGameAt"/>
          <p:cNvSpPr/>
          <p:nvPr/>
        </p:nvSpPr>
        <p:spPr>
          <a:xfrm>
            <a:off x="1576752" y="2712511"/>
            <a:ext cx="20482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kern="0" spc="300" dirty="0">
                <a:solidFill>
                  <a:srgbClr val="9AA1AC"/>
                </a:solidFill>
                <a:latin typeface="Arial" pitchFamily="34" charset="0"/>
              </a:rPr>
              <a:t>at</a:t>
            </a:r>
            <a:endParaRPr lang="en-US" sz="1000" dirty="0"/>
          </a:p>
        </p:txBody>
      </p:sp>
      <p:sp>
        <p:nvSpPr>
          <p:cNvPr id="116" name="NoGameSubtitle"/>
          <p:cNvSpPr/>
          <p:nvPr/>
        </p:nvSpPr>
        <p:spPr>
          <a:xfrm>
            <a:off x="1576752" y="2913679"/>
            <a:ext cx="20482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9AA1AC"/>
                </a:solidFill>
                <a:latin typeface="Arial Black" pitchFamily="34" charset="0"/>
              </a:rPr>
              <a:t>THIS HOUR</a:t>
            </a:r>
            <a:endParaRPr lang="en-US" sz="1600" dirty="0"/>
          </a:p>
        </p:txBody>
      </p:sp>
      <p:sp>
        <p:nvSpPr>
          <p:cNvPr id="57" name="HRBottom"/>
          <p:cNvSpPr/>
          <p:nvPr/>
        </p:nvSpPr>
        <p:spPr>
          <a:xfrm>
            <a:off x="365760" y="4828032"/>
            <a:ext cx="8412480" cy="0"/>
          </a:xfrm>
          <a:prstGeom prst="line">
            <a:avLst/>
          </a:prstGeom>
          <a:noFill/>
          <a:ln w="9525">
            <a:solidFill>
              <a:srgbClr val="C9BFA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8" name="FooterL"/>
          <p:cNvSpPr/>
          <p:nvPr/>
        </p:nvSpPr>
        <p:spPr>
          <a:xfrm>
            <a:off x="365760" y="489204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800" dirty="0">
                <a:solidFill>
                  <a:srgbClr val="0F1B2E"/>
                </a:solidFill>
                <a:latin typeface="Arial Black" pitchFamily="34" charset="0"/>
              </a:rPr>
              <a:t>WACC SPORTS</a:t>
            </a:r>
            <a:endParaRPr lang="en-US" sz="900" dirty="0"/>
          </a:p>
        </p:txBody>
      </p:sp>
      <p:sp>
        <p:nvSpPr>
          <p:cNvPr id="59" name="FooterR"/>
          <p:cNvSpPr/>
          <p:nvPr/>
        </p:nvSpPr>
        <p:spPr>
          <a:xfrm>
            <a:off x="5120640" y="489204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kern="0" spc="800" dirty="0">
                <a:solidFill>
                  <a:srgbClr val="5B6573"/>
                </a:solidFill>
                <a:latin typeface="Arial" pitchFamily="34" charset="0"/>
              </a:rPr>
              <a:t>SEPTEMBER 19, 2026</a:t>
            </a:r>
            <a:endParaRPr lang="en-US" sz="900" dirty="0"/>
          </a:p>
        </p:txBody>
      </p:sp>
      <p:pic>
        <p:nvPicPr>
          <p:cNvPr id="998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46316" y="2254444"/>
            <a:ext cx="1032376" cy="1032376"/>
          </a:xfrm>
          <a:prstGeom prst="rect">
            <a:avLst/>
          </a:prstGeom>
        </p:spPr>
      </p:pic>
      <p:sp>
        <p:nvSpPr>
          <p:cNvPr id="103" name="Label"/>
          <p:cNvSpPr/>
          <p:nvPr/>
        </p:nvSpPr>
        <p:spPr>
          <a:xfrm>
            <a:off x="1508760" y="1728512"/>
            <a:ext cx="2184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600" dirty="0">
                <a:solidFill>
                  <a:srgbClr val="5B6573"/>
                </a:solidFill>
                <a:latin typeface="Arial" pitchFamily="34" charset="0"/>
              </a:rPr>
              <a:t>COURT 1</a:t>
            </a:r>
            <a:endParaRPr lang="en-US" sz="1000" dirty="0"/>
          </a:p>
        </p:txBody>
      </p:sp>
      <p:sp>
        <p:nvSpPr>
          <p:cNvPr id="104" name="Label"/>
          <p:cNvSpPr/>
          <p:nvPr/>
        </p:nvSpPr>
        <p:spPr>
          <a:xfrm>
            <a:off x="1508760" y="1728512"/>
            <a:ext cx="2184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kern="0" spc="600" dirty="0">
                <a:solidFill>
                  <a:srgbClr val="1D4ED8"/>
                </a:solidFill>
                <a:latin typeface="Arial" pitchFamily="34" charset="0"/>
              </a:rPr>
              <a:t>MG</a:t>
            </a:r>
            <a:endParaRPr lang="en-US" sz="1000" dirty="0"/>
          </a:p>
        </p:txBody>
      </p:sp>
      <p:sp>
        <p:nvSpPr>
          <p:cNvPr id="112" name="Label"/>
          <p:cNvSpPr/>
          <p:nvPr/>
        </p:nvSpPr>
        <p:spPr>
          <a:xfrm>
            <a:off x="5623560" y="1728512"/>
            <a:ext cx="2184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600" dirty="0">
                <a:solidFill>
                  <a:srgbClr val="5B6573"/>
                </a:solidFill>
                <a:latin typeface="Arial" pitchFamily="34" charset="0"/>
              </a:rPr>
              <a:t>COURT 2</a:t>
            </a:r>
            <a:endParaRPr lang="en-US" sz="1000" dirty="0"/>
          </a:p>
        </p:txBody>
      </p:sp>
      <p:sp>
        <p:nvSpPr>
          <p:cNvPr id="113" name="DivTag"/>
          <p:cNvSpPr/>
          <p:nvPr/>
        </p:nvSpPr>
        <p:spPr>
          <a:xfrm>
            <a:off x="5623560" y="1728512"/>
            <a:ext cx="2184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</TotalTime>
  <Words>159</Words>
  <Application>Microsoft Office PowerPoint</Application>
  <PresentationFormat>On-screen Show (16:9)</PresentationFormat>
  <Paragraphs>84</Paragraphs>
  <Slides>12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Arial Black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WACC Championship Display — May 23, 2026</dc:title>
  <dc:subject>PptxGenJS Presentation</dc:subject>
  <dc:creator>PptxGenJS</dc:creator>
  <cp:lastModifiedBy>Vannara Ung</cp:lastModifiedBy>
  <cp:revision>16</cp:revision>
  <dcterms:created xsi:type="dcterms:W3CDTF">2026-05-23T05:39:52Z</dcterms:created>
  <dcterms:modified xsi:type="dcterms:W3CDTF">2026-08-15T08:09:30Z</dcterms:modified>
</cp:coreProperties>
</file>