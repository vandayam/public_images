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6"/>
    <p:sldId id="268" r:id="rId19"/>
    <p:sldId id="262" r:id="rId8"/>
    <p:sldId id="263" r:id="rId14"/>
    <p:sldId id="266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41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2_yellow.png"/><Relationship Id="rId3" Type="http://schemas.openxmlformats.org/officeDocument/2006/relationships/image" Target="../media/team1_pink.png"/><Relationship Id="rId4" Type="http://schemas.openxmlformats.org/officeDocument/2006/relationships/image" Target="../media/team5_red.png"/><Relationship Id="rId5" Type="http://schemas.openxmlformats.org/officeDocument/2006/relationships/image" Target="../media/team3_blue.png"/><Relationship Id="rId6" Type="http://schemas.openxmlformats.org/officeDocument/2006/relationships/image" Target="../media/team6_orange.png"/><Relationship Id="rId7" Type="http://schemas.openxmlformats.org/officeDocument/2006/relationships/image" Target="../media/team4_black.png"/><Relationship Id="rId8" Type="http://schemas.openxmlformats.org/officeDocument/2006/relationships/image" Target="../media/team8_purple.png"/><Relationship Id="rId9" Type="http://schemas.openxmlformats.org/officeDocument/2006/relationships/image" Target="../media/team7_green.png"/><Relationship Id="rId10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6_orange.png"/><Relationship Id="rId3" Type="http://schemas.openxmlformats.org/officeDocument/2006/relationships/image" Target="../media/team2_yellow.png"/><Relationship Id="rId4" Type="http://schemas.openxmlformats.org/officeDocument/2006/relationships/image" Target="../media/team4_black.png"/><Relationship Id="rId5" Type="http://schemas.openxmlformats.org/officeDocument/2006/relationships/image" Target="../media/team1_pink.png"/><Relationship Id="rId6" Type="http://schemas.openxmlformats.org/officeDocument/2006/relationships/image" Target="../media/image1.png"/><Relationship Id="rId7" Type="http://schemas.openxmlformats.org/officeDocument/2006/relationships/image" Target="../media/team7_green.png"/><Relationship Id="rId8" Type="http://schemas.openxmlformats.org/officeDocument/2006/relationships/image" Target="../media/team5_red.png"/><Relationship Id="rId9" Type="http://schemas.openxmlformats.org/officeDocument/2006/relationships/image" Target="../media/team3_blue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3_blue.png"/><Relationship Id="rId3" Type="http://schemas.openxmlformats.org/officeDocument/2006/relationships/image" Target="../media/team1_pink.png"/><Relationship Id="rId4" Type="http://schemas.openxmlformats.org/officeDocument/2006/relationships/image" Target="../media/team4_black.png"/><Relationship Id="rId5" Type="http://schemas.openxmlformats.org/officeDocument/2006/relationships/image" Target="../media/team2_yellow.png"/><Relationship Id="rId6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team2_yellow.png"/><Relationship Id="rId7" Type="http://schemas.openxmlformats.org/officeDocument/2006/relationships/image" Target="../media/team1_pink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3D59DE-BB89-6C07-F205-E2A9A9CA6357}"/>
              </a:ext>
            </a:extLst>
          </p:cNvPr>
          <p:cNvGrpSpPr/>
          <p:nvPr/>
        </p:nvGrpSpPr>
        <p:grpSpPr>
          <a:xfrm>
            <a:off x="457200" y="560000"/>
            <a:ext cx="8229600" cy="4345584"/>
            <a:chOff x="457200" y="172886"/>
            <a:chExt cx="8229600" cy="4345584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84666" y="172886"/>
              <a:ext cx="3174668" cy="3174668"/>
            </a:xfrm>
            <a:prstGeom prst="rect">
              <a:avLst/>
            </a:prstGeom>
          </p:spPr>
        </p:pic>
      </p:grpSp>
      <p:sp>
        <p:nvSpPr>
          <p:cNvPr id="20" name="Blue Sweep"/>
          <p:cNvSpPr/>
          <p:nvPr/>
        </p:nvSpPr>
        <p:spPr>
          <a:xfrm>
            <a:off x="0" y="4243500"/>
            <a:ext cx="9144000" cy="900000"/>
          </a:xfrm>
          <a:custGeom>
            <a:avLst/>
            <a:gdLst/>
            <a:ahLst/>
            <a:cxnLst/>
            <a:rect l="0" t="0" r="0" b="0"/>
            <a:pathLst>
              <a:path w="9144000" h="900000">
                <a:moveTo>
                  <a:pt x="0" y="414000"/>
                </a:moveTo>
                <a:lnTo>
                  <a:pt x="9144000" y="0"/>
                </a:lnTo>
                <a:lnTo>
                  <a:pt x="9144000" y="900000"/>
                </a:lnTo>
                <a:lnTo>
                  <a:pt x="0" y="900000"/>
                </a:lnTo>
                <a:close/>
              </a:path>
            </a:pathLst>
          </a:custGeom>
          <a:gradFill flip="none" rotWithShape="1">
            <a:gsLst>
              <a:gs pos="0">
                <a:srgbClr val="1257C9"/>
              </a:gs>
              <a:gs pos="55000">
                <a:srgbClr val="2E83F6"/>
              </a:gs>
              <a:gs pos="100000">
                <a:srgbClr val="1257C9"/>
              </a:gs>
            </a:gsLst>
            <a:lin ang="12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8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CLINIC K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3" name="HalfCourtHorizLeft"/>
          <p:cNvSpPr/>
          <p:nvPr/>
        </p:nvSpPr>
        <p:spPr>
          <a:xfrm>
            <a:off x="457200" y="2788920"/>
            <a:ext cx="3589440" cy="0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4" name="HalfCourtHorizRight"/>
          <p:cNvSpPr/>
          <p:nvPr/>
        </p:nvSpPr>
        <p:spPr>
          <a:xfrm>
            <a:off x="5078368" y="2788920"/>
            <a:ext cx="3608432" cy="0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560900" y="93916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560900" y="93916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7437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7437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6"/>
          <a:srcRect l="16071" t="10057" r="14881" b="8908"/>
          <a:stretch>
            <a:fillRect/>
          </a:stretch>
        </p:blipFill>
        <p:spPr>
          <a:xfrm>
            <a:off x="1620900" y="1297760"/>
            <a:ext cx="828700" cy="1044990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2579600" y="1297760"/>
            <a:ext cx="828700" cy="1044990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49600" y="173525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6209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The Tigers</a:t>
            </a:r>
            <a:endParaRPr lang="en-US" sz="1100" dirty="0"/>
          </a:p>
        </p:txBody>
      </p:sp>
      <p:sp>
        <p:nvSpPr>
          <p:cNvPr id="109" name="TeamName"/>
          <p:cNvSpPr/>
          <p:nvPr/>
        </p:nvSpPr>
        <p:spPr>
          <a:xfrm>
            <a:off x="25796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The Pink Tigers</a:t>
            </a:r>
            <a:endParaRPr lang="en-US" sz="1100" dirty="0"/>
          </a:p>
        </p:txBody>
      </p:sp>
      <p:sp>
        <p:nvSpPr>
          <p:cNvPr id="110" name="CardBG"/>
          <p:cNvSpPr/>
          <p:nvPr/>
        </p:nvSpPr>
        <p:spPr>
          <a:xfrm>
            <a:off x="1560900" y="281368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1560900" y="281368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17437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17437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9"/>
          <a:srcRect l="15476" t="8908" r="15476" b="10057"/>
          <a:stretch>
            <a:fillRect/>
          </a:stretch>
        </p:blipFill>
        <p:spPr>
          <a:xfrm>
            <a:off x="1620900" y="3172280"/>
            <a:ext cx="828700" cy="1044990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2"/>
          <a:srcRect l="15179" t="8908" r="15179" b="9770"/>
          <a:stretch>
            <a:fillRect/>
          </a:stretch>
        </p:blipFill>
        <p:spPr>
          <a:xfrm>
            <a:off x="2579600" y="3172280"/>
            <a:ext cx="828700" cy="1044990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2449600" y="360977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16209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Green Dragons</a:t>
            </a:r>
            <a:endParaRPr lang="en-US" sz="1100" dirty="0"/>
          </a:p>
        </p:txBody>
      </p:sp>
      <p:sp>
        <p:nvSpPr>
          <p:cNvPr id="118" name="TeamName"/>
          <p:cNvSpPr/>
          <p:nvPr/>
        </p:nvSpPr>
        <p:spPr>
          <a:xfrm>
            <a:off x="25796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100" dirty="0"/>
          </a:p>
        </p:txBody>
      </p:sp>
      <p:sp>
        <p:nvSpPr>
          <p:cNvPr id="119" name="CardBG"/>
          <p:cNvSpPr/>
          <p:nvPr/>
        </p:nvSpPr>
        <p:spPr>
          <a:xfrm>
            <a:off x="5675700" y="93916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0" name="CardStripe"/>
          <p:cNvSpPr/>
          <p:nvPr/>
        </p:nvSpPr>
        <p:spPr>
          <a:xfrm>
            <a:off x="5675700" y="93916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1" name="Label"/>
          <p:cNvSpPr/>
          <p:nvPr/>
        </p:nvSpPr>
        <p:spPr>
          <a:xfrm>
            <a:off x="58585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3</a:t>
            </a:r>
            <a:endParaRPr lang="en-US" sz="1000" dirty="0"/>
          </a:p>
        </p:txBody>
      </p:sp>
      <p:sp>
        <p:nvSpPr>
          <p:cNvPr id="122" name="Label"/>
          <p:cNvSpPr/>
          <p:nvPr/>
        </p:nvSpPr>
        <p:spPr>
          <a:xfrm>
            <a:off x="58585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23" name="Jersey"/>
          <p:cNvPicPr>
            <a:picLocks noChangeAspect="1"/>
          </p:cNvPicPr>
          <p:nvPr/>
        </p:nvPicPr>
        <p:blipFill>
          <a:blip r:embed="rId8"/>
          <a:srcRect l="16667" t="10057" r="15179" b="9195"/>
          <a:stretch>
            <a:fillRect/>
          </a:stretch>
        </p:blipFill>
        <p:spPr>
          <a:xfrm>
            <a:off x="5735700" y="1297760"/>
            <a:ext cx="828700" cy="1044990"/>
          </a:xfrm>
          <a:prstGeom prst="rect">
            <a:avLst/>
          </a:prstGeom>
        </p:spPr>
      </p:pic>
      <p:pic>
        <p:nvPicPr>
          <p:cNvPr id="124" name="Jersey"/>
          <p:cNvPicPr>
            <a:picLocks noChangeAspect="1"/>
          </p:cNvPicPr>
          <p:nvPr/>
        </p:nvPicPr>
        <p:blipFill>
          <a:blip r:embed="rId5"/>
          <a:srcRect l="16071" t="8621" r="15774" b="10057"/>
          <a:stretch>
            <a:fillRect/>
          </a:stretch>
        </p:blipFill>
        <p:spPr>
          <a:xfrm>
            <a:off x="6694400" y="1297760"/>
            <a:ext cx="828700" cy="1044990"/>
          </a:xfrm>
          <a:prstGeom prst="rect">
            <a:avLst/>
          </a:prstGeom>
        </p:spPr>
      </p:pic>
      <p:sp>
        <p:nvSpPr>
          <p:cNvPr id="125" name="AtLabel"/>
          <p:cNvSpPr/>
          <p:nvPr/>
        </p:nvSpPr>
        <p:spPr>
          <a:xfrm>
            <a:off x="6564400" y="173525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26" name="TeamName"/>
          <p:cNvSpPr/>
          <p:nvPr/>
        </p:nvSpPr>
        <p:spPr>
          <a:xfrm>
            <a:off x="57357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Purple Hippos</a:t>
            </a:r>
            <a:endParaRPr lang="en-US" sz="1100" dirty="0"/>
          </a:p>
        </p:txBody>
      </p:sp>
      <p:sp>
        <p:nvSpPr>
          <p:cNvPr id="127" name="TeamName"/>
          <p:cNvSpPr/>
          <p:nvPr/>
        </p:nvSpPr>
        <p:spPr>
          <a:xfrm>
            <a:off x="66944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100" dirty="0"/>
          </a:p>
        </p:txBody>
      </p:sp>
      <p:sp>
        <p:nvSpPr>
          <p:cNvPr id="128" name="CardBG"/>
          <p:cNvSpPr/>
          <p:nvPr/>
        </p:nvSpPr>
        <p:spPr>
          <a:xfrm>
            <a:off x="5675700" y="281368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9" name="CardStripe"/>
          <p:cNvSpPr/>
          <p:nvPr/>
        </p:nvSpPr>
        <p:spPr>
          <a:xfrm>
            <a:off x="5675700" y="281368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0" name="Label"/>
          <p:cNvSpPr/>
          <p:nvPr/>
        </p:nvSpPr>
        <p:spPr>
          <a:xfrm>
            <a:off x="58585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4</a:t>
            </a:r>
            <a:endParaRPr lang="en-US" sz="1000" dirty="0"/>
          </a:p>
        </p:txBody>
      </p:sp>
      <p:sp>
        <p:nvSpPr>
          <p:cNvPr id="131" name="Label"/>
          <p:cNvSpPr/>
          <p:nvPr/>
        </p:nvSpPr>
        <p:spPr>
          <a:xfrm>
            <a:off x="58585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32" name="Jersey"/>
          <p:cNvPicPr>
            <a:picLocks noChangeAspect="1"/>
          </p:cNvPicPr>
          <p:nvPr/>
        </p:nvPicPr>
        <p:blipFill>
          <a:blip r:embed="rId4"/>
          <a:srcRect l="16369" t="10057" r="14881" b="9195"/>
          <a:stretch>
            <a:fillRect/>
          </a:stretch>
        </p:blipFill>
        <p:spPr>
          <a:xfrm>
            <a:off x="5735700" y="3172280"/>
            <a:ext cx="828700" cy="1044990"/>
          </a:xfrm>
          <a:prstGeom prst="rect">
            <a:avLst/>
          </a:prstGeom>
        </p:spPr>
      </p:pic>
      <p:pic>
        <p:nvPicPr>
          <p:cNvPr id="133" name="Jersey"/>
          <p:cNvPicPr>
            <a:picLocks noChangeAspect="1"/>
          </p:cNvPicPr>
          <p:nvPr/>
        </p:nvPicPr>
        <p:blipFill>
          <a:blip r:embed="rId7"/>
          <a:srcRect l="16071" t="10057" r="15179" b="8908"/>
          <a:stretch>
            <a:fillRect/>
          </a:stretch>
        </p:blipFill>
        <p:spPr>
          <a:xfrm>
            <a:off x="6694400" y="3172280"/>
            <a:ext cx="828700" cy="1044990"/>
          </a:xfrm>
          <a:prstGeom prst="rect">
            <a:avLst/>
          </a:prstGeom>
        </p:spPr>
      </p:pic>
      <p:sp>
        <p:nvSpPr>
          <p:cNvPr id="134" name="AtLabel"/>
          <p:cNvSpPr/>
          <p:nvPr/>
        </p:nvSpPr>
        <p:spPr>
          <a:xfrm>
            <a:off x="6564400" y="360977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35" name="TeamName"/>
          <p:cNvSpPr/>
          <p:nvPr/>
        </p:nvSpPr>
        <p:spPr>
          <a:xfrm>
            <a:off x="57357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100" dirty="0"/>
          </a:p>
        </p:txBody>
      </p:sp>
      <p:sp>
        <p:nvSpPr>
          <p:cNvPr id="136" name="TeamName"/>
          <p:cNvSpPr/>
          <p:nvPr/>
        </p:nvSpPr>
        <p:spPr>
          <a:xfrm>
            <a:off x="66944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Black Panthers</a:t>
            </a:r>
            <a:endParaRPr lang="en-US" sz="11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17,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9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PEE WEE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10057" r="14881" b="8908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476" t="8908" r="15476" b="1005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Orange Tigers</a:t>
            </a:r>
            <a:endParaRPr lang="en-US" sz="13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Pikachu Power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7"/>
          <a:srcRect l="16071" t="10057" r="15179" b="8908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9"/>
          <a:srcRect l="15774" t="8621" r="15476" b="1005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Green Dragons</a:t>
            </a:r>
            <a:endParaRPr lang="en-US" sz="13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Blue Pokemon</a:t>
            </a:r>
            <a:endParaRPr lang="en-US" sz="13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17,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10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BOYS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4"/>
          <a:srcRect l="16071" t="8621" r="15774" b="10057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4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Pink Doughnuts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2"/>
          <a:srcRect l="15476" t="8908" r="15476" b="10057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5179" t="8908" r="15179" b="9770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Minions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17,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12:30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BOYS &amp;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Cobras</a:t>
            </a:r>
            <a:endParaRPr lang="en-US" sz="11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Cherry Blossoms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Cougars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Thunderbolts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17,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MAJOR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Warriors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7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Takis</a:t>
            </a:r>
            <a:endParaRPr lang="en-US" sz="13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17,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2:30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Highlighters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Stingrays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A0A7B4"/>
          </a:solidFill>
          <a:ln w="12700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DivTag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14" name="NoGameTitle"/>
          <p:cNvSpPr/>
          <p:nvPr/>
        </p:nvSpPr>
        <p:spPr>
          <a:xfrm>
            <a:off x="5691552" y="24564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NO GAME</a:t>
            </a:r>
            <a:endParaRPr lang="en-US" sz="1600" dirty="0"/>
          </a:p>
        </p:txBody>
      </p:sp>
      <p:sp>
        <p:nvSpPr>
          <p:cNvPr id="115" name="NoGameAt"/>
          <p:cNvSpPr/>
          <p:nvPr/>
        </p:nvSpPr>
        <p:spPr>
          <a:xfrm>
            <a:off x="5691552" y="2712511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spc="300" dirty="0">
                <a:solidFill>
                  <a:srgbClr val="9AA1AC"/>
                </a:solidFill>
                <a:latin typeface="Arial" pitchFamily="34" charset="0"/>
              </a:rPr>
              <a:t>at</a:t>
            </a:r>
            <a:endParaRPr lang="en-US" sz="1000" dirty="0"/>
          </a:p>
        </p:txBody>
      </p:sp>
      <p:sp>
        <p:nvSpPr>
          <p:cNvPr id="116" name="NoGameSubtitle"/>
          <p:cNvSpPr/>
          <p:nvPr/>
        </p:nvSpPr>
        <p:spPr>
          <a:xfrm>
            <a:off x="5691552" y="29136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THIS HOUR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17,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3:30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ELITE 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ESG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Jaguars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1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ESG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Blue Bananas</a:t>
            </a:r>
            <a:endParaRPr lang="en-US" sz="13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17,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11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Team Cat Girls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Pink Panthers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A0A7B4"/>
          </a:solidFill>
          <a:ln w="12700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DivTag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14" name="NoGameTitle"/>
          <p:cNvSpPr/>
          <p:nvPr/>
        </p:nvSpPr>
        <p:spPr>
          <a:xfrm>
            <a:off x="5691552" y="24564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NO GAME</a:t>
            </a:r>
            <a:endParaRPr lang="en-US" sz="1600" dirty="0"/>
          </a:p>
        </p:txBody>
      </p:sp>
      <p:sp>
        <p:nvSpPr>
          <p:cNvPr id="115" name="NoGameAt"/>
          <p:cNvSpPr/>
          <p:nvPr/>
        </p:nvSpPr>
        <p:spPr>
          <a:xfrm>
            <a:off x="5691552" y="2712511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spc="300" dirty="0">
                <a:solidFill>
                  <a:srgbClr val="9AA1AC"/>
                </a:solidFill>
                <a:latin typeface="Arial" pitchFamily="34" charset="0"/>
              </a:rPr>
              <a:t>at</a:t>
            </a:r>
            <a:endParaRPr lang="en-US" sz="1000" dirty="0"/>
          </a:p>
        </p:txBody>
      </p:sp>
      <p:sp>
        <p:nvSpPr>
          <p:cNvPr id="116" name="NoGameSubtitle"/>
          <p:cNvSpPr/>
          <p:nvPr/>
        </p:nvSpPr>
        <p:spPr>
          <a:xfrm>
            <a:off x="5691552" y="29136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THIS HOUR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OCTOBER 17,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159</Words>
  <Application>Microsoft Office PowerPoint</Application>
  <PresentationFormat>On-screen Show (16:9)</PresentationFormat>
  <Paragraphs>84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WACC Championship Display — May 23, 2026</dc:title>
  <dc:subject>PptxGenJS Presentation</dc:subject>
  <dc:creator>PptxGenJS</dc:creator>
  <cp:lastModifiedBy>Vannara Ung</cp:lastModifiedBy>
  <cp:revision>16</cp:revision>
  <dcterms:created xsi:type="dcterms:W3CDTF">2026-05-23T05:39:52Z</dcterms:created>
  <dcterms:modified xsi:type="dcterms:W3CDTF">2026-08-15T08:09:30Z</dcterms:modified>
</cp:coreProperties>
</file>